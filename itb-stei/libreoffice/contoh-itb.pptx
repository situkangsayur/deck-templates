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  <p:sldMasterId id="214748365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TB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0" y="1980000"/>
            <a:ext cx="9144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2280" spc="-1" strike="noStrike">
              <a:solidFill>
                <a:srgbClr val="ffffff"/>
              </a:solidFill>
              <a:latin typeface="Fira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ITB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0" y="1980000"/>
            <a:ext cx="9144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228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900" spc="-1" strike="noStrike">
              <a:solidFill>
                <a:srgbClr val="212121"/>
              </a:solidFill>
              <a:latin typeface="Fira Sans Book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TB 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1980000"/>
            <a:ext cx="9144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228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595"/>
              </a:spcAft>
              <a:buNone/>
            </a:pPr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C0C5D0-BBF7-4FEB-B9B9-E2EF6C4C8B94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TB 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1980000"/>
            <a:ext cx="9144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228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2BB6E7-EDA9-4E46-BA7B-986B144AF9A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TB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1980000"/>
            <a:ext cx="9144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2280" spc="-1" strike="noStrike">
              <a:solidFill>
                <a:srgbClr val="ffffff"/>
              </a:solidFill>
              <a:latin typeface="Fira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TB Penu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1980000"/>
            <a:ext cx="9144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228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71C2412-06B5-456B-890C-8614492B7B2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7700400" y="2728800"/>
            <a:ext cx="972000" cy="972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72400" y="864000"/>
            <a:ext cx="7200000" cy="46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US" sz="2280" spc="-1" strike="noStrike">
                <a:solidFill>
                  <a:srgbClr val="212121"/>
                </a:solidFill>
                <a:latin typeface="Fira Sans"/>
              </a:rPr>
              <a:t>Click to edit the title text format</a:t>
            </a:r>
            <a:endParaRPr b="1" lang="en-US" sz="2280" spc="-1" strike="noStrike">
              <a:solidFill>
                <a:srgbClr val="212121"/>
              </a:solidFill>
              <a:latin typeface="Fira San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72400" y="2466000"/>
            <a:ext cx="6840000" cy="17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5600" indent="-244800">
              <a:spcAft>
                <a:spcPts val="595"/>
              </a:spcAft>
              <a:buClr>
                <a:srgbClr val="4b75ba"/>
              </a:buClr>
              <a:buSzPct val="80000"/>
              <a:buFont typeface="DejaVu Sans"/>
              <a:buChar char="▶"/>
            </a:pPr>
            <a:r>
              <a:rPr b="0" lang="en-US" sz="1580" spc="-1" strike="noStrike">
                <a:solidFill>
                  <a:srgbClr val="212121"/>
                </a:solidFill>
                <a:latin typeface="Fira Sans Book"/>
              </a:rPr>
              <a:t>Click to edit the outline text format</a:t>
            </a:r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  <a:p>
            <a:pPr lvl="1" marL="658800" indent="-244800">
              <a:spcAft>
                <a:spcPts val="595"/>
              </a:spcAft>
              <a:buClr>
                <a:srgbClr val="e8a317"/>
              </a:buClr>
              <a:buFont typeface="DejaVu Sans"/>
              <a:buChar char="−"/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Second Outline Level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  <a:p>
            <a:pPr lvl="2" marL="1044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Third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3" marL="1368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Fourth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4" marL="1692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Fifth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5" marL="2016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Sixth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6" marL="2340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Seventh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3" name=""/>
          <p:cNvSpPr/>
          <p:nvPr/>
        </p:nvSpPr>
        <p:spPr>
          <a:xfrm>
            <a:off x="572400" y="2059200"/>
            <a:ext cx="8002800" cy="7200"/>
          </a:xfrm>
          <a:prstGeom prst="rect">
            <a:avLst/>
          </a:prstGeom>
          <a:solidFill>
            <a:srgbClr val="e8a3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9144000" cy="558000"/>
          </a:xfrm>
          <a:prstGeom prst="rect">
            <a:avLst/>
          </a:prstGeom>
          <a:solidFill>
            <a:srgbClr val="005a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8" name=""/>
          <p:cNvSpPr/>
          <p:nvPr/>
        </p:nvSpPr>
        <p:spPr>
          <a:xfrm>
            <a:off x="0" y="558000"/>
            <a:ext cx="9144000" cy="7920"/>
          </a:xfrm>
          <a:prstGeom prst="rect">
            <a:avLst/>
          </a:prstGeom>
          <a:solidFill>
            <a:srgbClr val="ceba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8650800" y="64800"/>
            <a:ext cx="428400" cy="428400"/>
          </a:xfrm>
          <a:prstGeom prst="rect">
            <a:avLst/>
          </a:prstGeom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0" y="4932000"/>
            <a:ext cx="9144000" cy="212400"/>
          </a:xfrm>
          <a:prstGeom prst="rect">
            <a:avLst/>
          </a:prstGeom>
          <a:solidFill>
            <a:srgbClr val="d4e3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11" name=""/>
          <p:cNvSpPr/>
          <p:nvPr/>
        </p:nvSpPr>
        <p:spPr>
          <a:xfrm>
            <a:off x="0" y="4924800"/>
            <a:ext cx="9144000" cy="0"/>
          </a:xfrm>
          <a:prstGeom prst="line">
            <a:avLst/>
          </a:prstGeom>
          <a:ln w="14040">
            <a:solidFill>
              <a:srgbClr val="e8a3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" rIns="6840" tIns="-6840" bIns="-684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98000" y="0"/>
            <a:ext cx="8064000" cy="55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Fira Sans"/>
              </a:rPr>
              <a:t>Click to edit the title text format</a:t>
            </a:r>
            <a:endParaRPr b="1" lang="en-US" sz="190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16400" y="864000"/>
            <a:ext cx="7920000" cy="38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5600" indent="-244800">
              <a:spcAft>
                <a:spcPts val="595"/>
              </a:spcAft>
              <a:buClr>
                <a:srgbClr val="4b75ba"/>
              </a:buClr>
              <a:buSzPct val="80000"/>
              <a:buFont typeface="DejaVu Sans"/>
              <a:buChar char="▶"/>
            </a:pPr>
            <a:r>
              <a:rPr b="0" lang="en-US" sz="1580" spc="-1" strike="noStrike">
                <a:solidFill>
                  <a:srgbClr val="212121"/>
                </a:solidFill>
                <a:latin typeface="Fira Sans Book"/>
              </a:rPr>
              <a:t>Click to edit the outline text format</a:t>
            </a:r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  <a:p>
            <a:pPr lvl="1" marL="658800" indent="-244800">
              <a:spcAft>
                <a:spcPts val="595"/>
              </a:spcAft>
              <a:buClr>
                <a:srgbClr val="e8a317"/>
              </a:buClr>
              <a:buFont typeface="DejaVu Sans"/>
              <a:buChar char="−"/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Second Outline Level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  <a:p>
            <a:pPr lvl="2" marL="1044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Third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3" marL="1368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Fourth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4" marL="1692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Fifth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5" marL="2016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Sixth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6" marL="2340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Seventh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"/>
          </p:nvPr>
        </p:nvSpPr>
        <p:spPr>
          <a:xfrm>
            <a:off x="115200" y="4906800"/>
            <a:ext cx="576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buNone/>
              <a:defRPr b="0" lang="en-US" sz="1110" spc="-1" strike="noStrike">
                <a:solidFill>
                  <a:srgbClr val="005aab"/>
                </a:solidFill>
                <a:latin typeface="Fira Sans Book"/>
              </a:defRPr>
            </a:lvl1pPr>
          </a:lstStyle>
          <a:p>
            <a:pPr indent="0">
              <a:buNone/>
            </a:pPr>
            <a:r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&lt;footer&gt;</a:t>
            </a:r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2"/>
          </p:nvPr>
        </p:nvSpPr>
        <p:spPr>
          <a:xfrm>
            <a:off x="7588800" y="4906800"/>
            <a:ext cx="144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buNone/>
              <a:defRPr b="0" lang="en-US" sz="1110" spc="-1" strike="noStrike">
                <a:solidFill>
                  <a:srgbClr val="005aab"/>
                </a:solidFill>
                <a:latin typeface="Fira Sans Book"/>
              </a:defRPr>
            </a:lvl1pPr>
          </a:lstStyle>
          <a:p>
            <a:pPr indent="0" algn="r">
              <a:buNone/>
            </a:pPr>
            <a:fld id="{FB54DE4A-22C0-4BF8-9006-557AF0E026E1}" type="slidenum"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&lt;number&gt;</a:t>
            </a:fld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  <p:sldLayoutId id="2147483653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3290400" cy="5143680"/>
          </a:xfrm>
          <a:prstGeom prst="rect">
            <a:avLst/>
          </a:prstGeom>
          <a:solidFill>
            <a:srgbClr val="005a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20" name=""/>
          <p:cNvSpPr/>
          <p:nvPr/>
        </p:nvSpPr>
        <p:spPr>
          <a:xfrm>
            <a:off x="3290400" y="0"/>
            <a:ext cx="46800" cy="5143680"/>
          </a:xfrm>
          <a:prstGeom prst="rect">
            <a:avLst/>
          </a:prstGeom>
          <a:solidFill>
            <a:srgbClr val="e8a31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pic>
        <p:nvPicPr>
          <p:cNvPr id="21" name="" descr=""/>
          <p:cNvPicPr/>
          <p:nvPr/>
        </p:nvPicPr>
        <p:blipFill>
          <a:blip r:embed="rId2"/>
          <a:stretch/>
        </p:blipFill>
        <p:spPr>
          <a:xfrm>
            <a:off x="8409600" y="4406400"/>
            <a:ext cx="572400" cy="572400"/>
          </a:xfrm>
          <a:prstGeom prst="rect">
            <a:avLst/>
          </a:prstGeom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819600" y="1440000"/>
            <a:ext cx="5112000" cy="22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730" spc="-1" strike="noStrike">
                <a:solidFill>
                  <a:srgbClr val="003d75"/>
                </a:solidFill>
                <a:latin typeface="Fira Sans"/>
              </a:rPr>
              <a:t>Click to edit the title text format</a:t>
            </a:r>
            <a:endParaRPr b="1" lang="en-US" sz="2730" spc="-1" strike="noStrike">
              <a:solidFill>
                <a:srgbClr val="003d75"/>
              </a:solidFill>
              <a:latin typeface="Fira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819600" y="3744000"/>
            <a:ext cx="5112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5600" indent="-244800">
              <a:spcAft>
                <a:spcPts val="595"/>
              </a:spcAft>
              <a:buClr>
                <a:srgbClr val="4b75ba"/>
              </a:buClr>
              <a:buSzPct val="80000"/>
              <a:buFont typeface="DejaVu Sans"/>
              <a:buChar char="▶"/>
            </a:pPr>
            <a:r>
              <a:rPr b="0" lang="en-US" sz="1580" spc="-1" strike="noStrike">
                <a:solidFill>
                  <a:srgbClr val="212121"/>
                </a:solidFill>
                <a:latin typeface="Fira Sans Book"/>
              </a:rPr>
              <a:t>Click to edit the outline text format</a:t>
            </a:r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  <a:p>
            <a:pPr lvl="1" marL="658800" indent="-244800">
              <a:spcAft>
                <a:spcPts val="595"/>
              </a:spcAft>
              <a:buClr>
                <a:srgbClr val="e8a317"/>
              </a:buClr>
              <a:buFont typeface="DejaVu Sans"/>
              <a:buChar char="−"/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Second Outline Level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  <a:p>
            <a:pPr lvl="2" marL="1044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Third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3" marL="1368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Fourth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4" marL="1692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Fifth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5" marL="2016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Sixth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6" marL="2340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Seventh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05aa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26" name=""/>
          <p:cNvSpPr/>
          <p:nvPr/>
        </p:nvSpPr>
        <p:spPr>
          <a:xfrm>
            <a:off x="0" y="4932000"/>
            <a:ext cx="9144000" cy="212400"/>
          </a:xfrm>
          <a:prstGeom prst="rect">
            <a:avLst/>
          </a:prstGeom>
          <a:solidFill>
            <a:srgbClr val="d4e3f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27" name=""/>
          <p:cNvSpPr/>
          <p:nvPr/>
        </p:nvSpPr>
        <p:spPr>
          <a:xfrm>
            <a:off x="0" y="4924800"/>
            <a:ext cx="9144000" cy="0"/>
          </a:xfrm>
          <a:prstGeom prst="line">
            <a:avLst/>
          </a:prstGeom>
          <a:ln w="14040">
            <a:solidFill>
              <a:srgbClr val="e8a3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840" rIns="6840" tIns="-6840" bIns="-684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1980000"/>
            <a:ext cx="9144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2280" spc="-1" strike="noStrike">
                <a:solidFill>
                  <a:srgbClr val="ffffff"/>
                </a:solidFill>
                <a:latin typeface="Fira Sans"/>
              </a:rPr>
              <a:t>Click to edit the title text format</a:t>
            </a:r>
            <a:endParaRPr b="1" lang="en-US" sz="228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3"/>
          </p:nvPr>
        </p:nvSpPr>
        <p:spPr>
          <a:xfrm>
            <a:off x="115200" y="4906800"/>
            <a:ext cx="576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buNone/>
              <a:defRPr b="0" lang="en-US" sz="1110" spc="-1" strike="noStrike">
                <a:solidFill>
                  <a:srgbClr val="005aab"/>
                </a:solidFill>
                <a:latin typeface="Fira Sans Book"/>
              </a:defRPr>
            </a:lvl1pPr>
          </a:lstStyle>
          <a:p>
            <a:pPr indent="0">
              <a:buNone/>
            </a:pPr>
            <a:r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&lt;footer&gt;</a:t>
            </a:r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4"/>
          </p:nvPr>
        </p:nvSpPr>
        <p:spPr>
          <a:xfrm>
            <a:off x="7588800" y="4906800"/>
            <a:ext cx="144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buNone/>
              <a:defRPr b="0" lang="en-US" sz="1110" spc="-1" strike="noStrike">
                <a:solidFill>
                  <a:srgbClr val="005aab"/>
                </a:solidFill>
                <a:latin typeface="Fira Sans Book"/>
              </a:defRPr>
            </a:lvl1pPr>
          </a:lstStyle>
          <a:p>
            <a:pPr indent="0" algn="r">
              <a:buNone/>
            </a:pPr>
            <a:fld id="{DC4F1848-A4F8-41C9-81C5-0F503FA5626D}" type="slidenum"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&lt;number&gt;</a:t>
            </a:fld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5600" indent="-244800">
              <a:spcAft>
                <a:spcPts val="595"/>
              </a:spcAft>
              <a:buClr>
                <a:srgbClr val="4b75ba"/>
              </a:buClr>
              <a:buSzPct val="80000"/>
              <a:buFont typeface="DejaVu Sans"/>
              <a:buChar char="▶"/>
            </a:pPr>
            <a:r>
              <a:rPr b="0" lang="en-US" sz="1580" spc="-1" strike="noStrike">
                <a:solidFill>
                  <a:srgbClr val="212121"/>
                </a:solidFill>
                <a:latin typeface="Fira Sans Book"/>
              </a:rPr>
              <a:t>Click to edit the outline text format</a:t>
            </a:r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  <a:p>
            <a:pPr lvl="1" marL="658800" indent="-244800">
              <a:spcAft>
                <a:spcPts val="595"/>
              </a:spcAft>
              <a:buClr>
                <a:srgbClr val="e8a317"/>
              </a:buClr>
              <a:buFont typeface="DejaVu Sans"/>
              <a:buChar char="−"/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Second Outline Level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  <a:p>
            <a:pPr lvl="2" marL="1044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Third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3" marL="1368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Fourth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4" marL="1692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Fifth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5" marL="2016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Sixth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  <a:p>
            <a:pPr lvl="6" marL="2340000" indent="-216000">
              <a:spcAft>
                <a:spcPts val="595"/>
              </a:spcAft>
              <a:buClr>
                <a:srgbClr val="4a5360"/>
              </a:buClr>
              <a:buFont typeface="DejaVu Sans"/>
              <a:buChar char="•"/>
            </a:pPr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Seventh Outline Level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72400" y="918000"/>
            <a:ext cx="720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US" sz="2280" spc="-1" strike="noStrike">
                <a:solidFill>
                  <a:srgbClr val="212121"/>
                </a:solidFill>
                <a:latin typeface="Fira Sans"/>
              </a:rPr>
              <a:t>Judul Presentasi Anda</a:t>
            </a:r>
            <a:endParaRPr b="1" lang="en-US" sz="2280" spc="-1" strike="noStrike">
              <a:solidFill>
                <a:srgbClr val="212121"/>
              </a:solidFill>
              <a:latin typeface="Fira San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572400" y="1432800"/>
            <a:ext cx="77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900" spc="-1" strike="noStrike">
                <a:solidFill>
                  <a:srgbClr val="212121"/>
                </a:solidFill>
                <a:latin typeface="Fira Sans Book"/>
              </a:rPr>
              <a:t>Subjudul, mis. tinjauan pustaka sistematis (Kitchenham), 2021–2026</a:t>
            </a:r>
            <a:endParaRPr b="0" lang="en-US" sz="190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72400" y="2505600"/>
            <a:ext cx="648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Nama Anda · NIM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572400" y="2844000"/>
            <a:ext cx="648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Promotor: Prof. Dr. Nama Promotor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72400" y="3099600"/>
            <a:ext cx="648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Ko-promotor: Dr. Nama Ko-promotor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572400" y="3373200"/>
            <a:ext cx="64800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Oktober 2026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72400" y="3765600"/>
            <a:ext cx="6480000" cy="3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ts val="1446"/>
              </a:lnSpc>
            </a:pP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Program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Doktor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Teknik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Elektro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dan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Informatika</a:t>
            </a:r>
            <a:endParaRPr b="0" lang="en-US" sz="1110" spc="-1" strike="noStrike">
              <a:solidFill>
                <a:srgbClr val="212121"/>
              </a:solidFill>
              <a:latin typeface="Fira Sans Book"/>
            </a:endParaRPr>
          </a:p>
          <a:p>
            <a:pPr>
              <a:lnSpc>
                <a:spcPts val="1446"/>
              </a:lnSpc>
            </a:pP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Sekolah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Teknik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Elektro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dan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Informatika,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Institut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Teknologi</a:t>
            </a:r>
            <a:r>
              <a:rPr b="0" lang="en-US" sz="1110" spc="-32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212121"/>
                </a:solidFill>
                <a:latin typeface="Fira Sans Book"/>
              </a:rPr>
              <a:t>Bandung</a:t>
            </a:r>
            <a:endParaRPr b="0" lang="en-US" sz="1110" spc="-1" strike="noStrike">
              <a:solidFill>
                <a:srgbClr val="212121"/>
              </a:solidFill>
              <a:latin typeface="Fira Sans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98000" y="0"/>
            <a:ext cx="8064000" cy="55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Fira Sans"/>
              </a:rPr>
              <a:t>Agenda</a:t>
            </a:r>
            <a:endParaRPr b="1" lang="en-US" sz="190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41" name=""/>
          <p:cNvSpPr/>
          <p:nvPr/>
        </p:nvSpPr>
        <p:spPr>
          <a:xfrm>
            <a:off x="0" y="558000"/>
            <a:ext cx="1523880" cy="7920"/>
          </a:xfrm>
          <a:prstGeom prst="rect">
            <a:avLst/>
          </a:prstGeom>
          <a:solidFill>
            <a:srgbClr val="e8a3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42" name=""/>
          <p:cNvSpPr/>
          <p:nvPr/>
        </p:nvSpPr>
        <p:spPr>
          <a:xfrm>
            <a:off x="1220400" y="1692000"/>
            <a:ext cx="3060000" cy="486000"/>
          </a:xfrm>
          <a:prstGeom prst="roundRect">
            <a:avLst>
              <a:gd name="adj" fmla="val 16296"/>
            </a:avLst>
          </a:prstGeom>
          <a:solidFill>
            <a:srgbClr val="ebf2f8"/>
          </a:solidFill>
          <a:ln w="7920">
            <a:solidFill>
              <a:srgbClr val="99b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0" rIns="79200" tIns="0" bIns="64800" anchor="ctr">
            <a:noAutofit/>
          </a:bodyPr>
          <a:p>
            <a:pPr>
              <a:lnSpc>
                <a:spcPts val="2013"/>
              </a:lnSpc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Latar belakang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43" name=""/>
          <p:cNvSpPr/>
          <p:nvPr/>
        </p:nvSpPr>
        <p:spPr>
          <a:xfrm>
            <a:off x="745200" y="1758600"/>
            <a:ext cx="352800" cy="3528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/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1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44" name=""/>
          <p:cNvSpPr/>
          <p:nvPr/>
        </p:nvSpPr>
        <p:spPr>
          <a:xfrm>
            <a:off x="1220400" y="2246400"/>
            <a:ext cx="3060000" cy="630000"/>
          </a:xfrm>
          <a:prstGeom prst="roundRect">
            <a:avLst>
              <a:gd name="adj" fmla="val 12569"/>
            </a:avLst>
          </a:prstGeom>
          <a:solidFill>
            <a:srgbClr val="ebf2f8"/>
          </a:solidFill>
          <a:ln w="7920">
            <a:solidFill>
              <a:srgbClr val="99b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0" rIns="79200" tIns="0" bIns="64800" anchor="ctr">
            <a:noAutofit/>
          </a:bodyPr>
          <a:p>
            <a:pPr>
              <a:lnSpc>
                <a:spcPts val="2013"/>
              </a:lnSpc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Masalah</a:t>
            </a:r>
            <a:r>
              <a:rPr b="0" lang="en-US" sz="1420" spc="111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dan</a:t>
            </a:r>
            <a:r>
              <a:rPr b="0" lang="en-US" sz="1420" spc="111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pertanyaan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  <a:p>
            <a:pPr>
              <a:lnSpc>
                <a:spcPts val="2013"/>
              </a:lnSpc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penelitian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45" name=""/>
          <p:cNvSpPr/>
          <p:nvPr/>
        </p:nvSpPr>
        <p:spPr>
          <a:xfrm>
            <a:off x="745200" y="2385000"/>
            <a:ext cx="352800" cy="3528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/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2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46" name=""/>
          <p:cNvSpPr/>
          <p:nvPr/>
        </p:nvSpPr>
        <p:spPr>
          <a:xfrm>
            <a:off x="1220400" y="2948400"/>
            <a:ext cx="3060000" cy="486000"/>
          </a:xfrm>
          <a:prstGeom prst="roundRect">
            <a:avLst>
              <a:gd name="adj" fmla="val 16296"/>
            </a:avLst>
          </a:prstGeom>
          <a:solidFill>
            <a:srgbClr val="ebf2f8"/>
          </a:solidFill>
          <a:ln w="7920">
            <a:solidFill>
              <a:srgbClr val="99b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0" rIns="79200" tIns="0" bIns="64800" anchor="ctr">
            <a:noAutofit/>
          </a:bodyPr>
          <a:p>
            <a:pPr>
              <a:lnSpc>
                <a:spcPts val="2013"/>
              </a:lnSpc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Metode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47" name=""/>
          <p:cNvSpPr/>
          <p:nvPr/>
        </p:nvSpPr>
        <p:spPr>
          <a:xfrm>
            <a:off x="745200" y="3015000"/>
            <a:ext cx="352800" cy="3528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39600" anchor="ctr">
            <a:noAutofit/>
          </a:bodyPr>
          <a:p>
            <a:pPr algn="ctr"/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3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48" name=""/>
          <p:cNvSpPr/>
          <p:nvPr/>
        </p:nvSpPr>
        <p:spPr>
          <a:xfrm>
            <a:off x="1220400" y="3574800"/>
            <a:ext cx="3060000" cy="486000"/>
          </a:xfrm>
          <a:prstGeom prst="roundRect">
            <a:avLst>
              <a:gd name="adj" fmla="val 16296"/>
            </a:avLst>
          </a:prstGeom>
          <a:solidFill>
            <a:srgbClr val="ebf2f8"/>
          </a:solidFill>
          <a:ln w="7920">
            <a:solidFill>
              <a:srgbClr val="99b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0" rIns="79200" tIns="0" bIns="64800" anchor="ctr">
            <a:noAutofit/>
          </a:bodyPr>
          <a:p>
            <a:pPr>
              <a:lnSpc>
                <a:spcPts val="2013"/>
              </a:lnSpc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Hasil RQ1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49" name=""/>
          <p:cNvSpPr/>
          <p:nvPr/>
        </p:nvSpPr>
        <p:spPr>
          <a:xfrm>
            <a:off x="745200" y="3641400"/>
            <a:ext cx="352800" cy="3528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/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4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50" name=""/>
          <p:cNvSpPr/>
          <p:nvPr/>
        </p:nvSpPr>
        <p:spPr>
          <a:xfrm>
            <a:off x="5335200" y="1692000"/>
            <a:ext cx="3060000" cy="486000"/>
          </a:xfrm>
          <a:prstGeom prst="roundRect">
            <a:avLst>
              <a:gd name="adj" fmla="val 16296"/>
            </a:avLst>
          </a:prstGeom>
          <a:solidFill>
            <a:srgbClr val="ebf2f8"/>
          </a:solidFill>
          <a:ln w="7920">
            <a:solidFill>
              <a:srgbClr val="99b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0" rIns="79200" tIns="0" bIns="64800" anchor="ctr">
            <a:noAutofit/>
          </a:bodyPr>
          <a:p>
            <a:pPr>
              <a:lnSpc>
                <a:spcPts val="2013"/>
              </a:lnSpc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Hasil RQ2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51" name=""/>
          <p:cNvSpPr/>
          <p:nvPr/>
        </p:nvSpPr>
        <p:spPr>
          <a:xfrm>
            <a:off x="4860000" y="1758600"/>
            <a:ext cx="352800" cy="3528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39600" anchor="ctr">
            <a:noAutofit/>
          </a:bodyPr>
          <a:p>
            <a:pPr algn="ctr"/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5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52" name=""/>
          <p:cNvSpPr/>
          <p:nvPr/>
        </p:nvSpPr>
        <p:spPr>
          <a:xfrm>
            <a:off x="5335200" y="2318400"/>
            <a:ext cx="3060000" cy="486000"/>
          </a:xfrm>
          <a:prstGeom prst="roundRect">
            <a:avLst>
              <a:gd name="adj" fmla="val 16296"/>
            </a:avLst>
          </a:prstGeom>
          <a:solidFill>
            <a:srgbClr val="ebf2f8"/>
          </a:solidFill>
          <a:ln w="7920">
            <a:solidFill>
              <a:srgbClr val="99b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0" rIns="79200" tIns="0" bIns="64800" anchor="ctr">
            <a:noAutofit/>
          </a:bodyPr>
          <a:p>
            <a:pPr>
              <a:lnSpc>
                <a:spcPts val="2013"/>
              </a:lnSpc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Hasil RQ3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53" name=""/>
          <p:cNvSpPr/>
          <p:nvPr/>
        </p:nvSpPr>
        <p:spPr>
          <a:xfrm>
            <a:off x="4860000" y="2385000"/>
            <a:ext cx="352800" cy="3528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/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6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54" name=""/>
          <p:cNvSpPr/>
          <p:nvPr/>
        </p:nvSpPr>
        <p:spPr>
          <a:xfrm>
            <a:off x="5335200" y="2948400"/>
            <a:ext cx="3060000" cy="486000"/>
          </a:xfrm>
          <a:prstGeom prst="roundRect">
            <a:avLst>
              <a:gd name="adj" fmla="val 16296"/>
            </a:avLst>
          </a:prstGeom>
          <a:solidFill>
            <a:srgbClr val="ebf2f8"/>
          </a:solidFill>
          <a:ln w="7920">
            <a:solidFill>
              <a:srgbClr val="99b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0" rIns="79200" tIns="36000" bIns="64800" anchor="ctr">
            <a:noAutofit/>
          </a:bodyPr>
          <a:p>
            <a:pPr>
              <a:lnSpc>
                <a:spcPts val="2013"/>
              </a:lnSpc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Celah</a:t>
            </a:r>
            <a:r>
              <a:rPr b="0" lang="en-US" sz="1420" spc="111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riset</a:t>
            </a:r>
            <a:r>
              <a:rPr b="0" lang="en-US" sz="1420" spc="111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dan</a:t>
            </a:r>
            <a:r>
              <a:rPr b="0" lang="en-US" sz="1420" spc="111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model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55" name=""/>
          <p:cNvSpPr/>
          <p:nvPr/>
        </p:nvSpPr>
        <p:spPr>
          <a:xfrm>
            <a:off x="4860000" y="3015000"/>
            <a:ext cx="352800" cy="3528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39600" anchor="ctr">
            <a:noAutofit/>
          </a:bodyPr>
          <a:p>
            <a:pPr algn="ctr"/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7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56" name=""/>
          <p:cNvSpPr/>
          <p:nvPr/>
        </p:nvSpPr>
        <p:spPr>
          <a:xfrm>
            <a:off x="5335200" y="3574800"/>
            <a:ext cx="3060000" cy="486000"/>
          </a:xfrm>
          <a:prstGeom prst="roundRect">
            <a:avLst>
              <a:gd name="adj" fmla="val 16296"/>
            </a:avLst>
          </a:prstGeom>
          <a:solidFill>
            <a:srgbClr val="ebf2f8"/>
          </a:solidFill>
          <a:ln w="7920">
            <a:solidFill>
              <a:srgbClr val="99b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0" rIns="79200" tIns="0" bIns="64800" anchor="ctr">
            <a:noAutofit/>
          </a:bodyPr>
          <a:p>
            <a:pPr>
              <a:lnSpc>
                <a:spcPts val="2013"/>
              </a:lnSpc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Validitas</a:t>
            </a:r>
            <a:r>
              <a:rPr b="0" lang="en-US" sz="1420" spc="120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dan</a:t>
            </a:r>
            <a:r>
              <a:rPr b="0" lang="en-US" sz="1420" spc="120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langkah</a:t>
            </a:r>
            <a:r>
              <a:rPr b="0" lang="en-US" sz="1420" spc="120" strike="noStrike">
                <a:solidFill>
                  <a:srgbClr val="212121"/>
                </a:solidFill>
                <a:latin typeface="Fira Sans Book"/>
              </a:rPr>
              <a:t> </a:t>
            </a: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berikutnya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57" name=""/>
          <p:cNvSpPr/>
          <p:nvPr/>
        </p:nvSpPr>
        <p:spPr>
          <a:xfrm>
            <a:off x="4860000" y="3641400"/>
            <a:ext cx="352800" cy="3528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/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8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7588800" y="4906800"/>
            <a:ext cx="144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r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1/6</a:t>
            </a:r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Nama Anda · Judul Presentasi Anda · STEI ITB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0" y="1429200"/>
            <a:ext cx="3290400" cy="16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100" spc="-1" strike="noStrike">
                <a:solidFill>
                  <a:srgbClr val="ffffff"/>
                </a:solidFill>
                <a:latin typeface="Fira Sans"/>
              </a:rPr>
              <a:t>1</a:t>
            </a:r>
            <a:endParaRPr b="1" lang="en-US" sz="1010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0" y="3070800"/>
            <a:ext cx="32904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1420" spc="-1" strike="noStrike">
                <a:solidFill>
                  <a:srgbClr val="ffffff"/>
                </a:solidFill>
                <a:latin typeface="Fira Sans Book"/>
              </a:rPr>
              <a:t>Bagian 1</a:t>
            </a:r>
            <a:endParaRPr b="0" lang="en-US" sz="1420" spc="-1" strike="noStrike">
              <a:solidFill>
                <a:srgbClr val="ffffff"/>
              </a:solidFill>
              <a:latin typeface="Fira Sans Book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819600" y="1440000"/>
            <a:ext cx="5112000" cy="22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730" spc="-1" strike="noStrike">
                <a:solidFill>
                  <a:srgbClr val="003d75"/>
                </a:solidFill>
                <a:latin typeface="Fira Sans"/>
              </a:rPr>
              <a:t>Latar</a:t>
            </a:r>
            <a:r>
              <a:rPr b="1" lang="en-US" sz="2730" spc="310" strike="noStrike">
                <a:solidFill>
                  <a:srgbClr val="003d75"/>
                </a:solidFill>
                <a:latin typeface="Fira Sans"/>
              </a:rPr>
              <a:t> </a:t>
            </a:r>
            <a:r>
              <a:rPr b="1" lang="en-US" sz="2730" spc="-1" strike="noStrike">
                <a:solidFill>
                  <a:srgbClr val="003d75"/>
                </a:solidFill>
                <a:latin typeface="Fira Sans"/>
              </a:rPr>
              <a:t>belakang</a:t>
            </a:r>
            <a:endParaRPr b="1" lang="en-US" sz="2730" spc="-1" strike="noStrike">
              <a:solidFill>
                <a:srgbClr val="003d75"/>
              </a:solidFill>
              <a:latin typeface="Fira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98000" y="0"/>
            <a:ext cx="8064000" cy="55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Fira Sans"/>
              </a:rPr>
              <a:t>Slide berisi butir</a:t>
            </a:r>
            <a:endParaRPr b="1" lang="en-US" sz="190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63" name=""/>
          <p:cNvSpPr/>
          <p:nvPr/>
        </p:nvSpPr>
        <p:spPr>
          <a:xfrm>
            <a:off x="0" y="558000"/>
            <a:ext cx="3048120" cy="7920"/>
          </a:xfrm>
          <a:prstGeom prst="rect">
            <a:avLst/>
          </a:prstGeom>
          <a:solidFill>
            <a:srgbClr val="e8a3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16400" y="1692000"/>
            <a:ext cx="792000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5600" indent="-244800">
              <a:spcAft>
                <a:spcPts val="595"/>
              </a:spcAft>
              <a:buClr>
                <a:srgbClr val="4b75ba"/>
              </a:buClr>
              <a:buSzPct val="80000"/>
              <a:buFont typeface="DejaVu Sans"/>
              <a:buChar char="▶"/>
            </a:pPr>
            <a:r>
              <a:rPr b="0" lang="en-US" sz="1580" spc="-1" strike="noStrike">
                <a:solidFill>
                  <a:srgbClr val="212121"/>
                </a:solidFill>
                <a:latin typeface="Fira Sans Book"/>
              </a:rPr>
              <a:t>Butir pertama dengan </a:t>
            </a:r>
            <a:r>
              <a:rPr b="1" lang="en-US" sz="1580" spc="-1" strike="noStrike">
                <a:solidFill>
                  <a:srgbClr val="005aab"/>
                </a:solidFill>
                <a:latin typeface="Fira Sans"/>
              </a:rPr>
              <a:t>istilah kunci</a:t>
            </a:r>
            <a:r>
              <a:rPr b="0" lang="en-US" sz="1580" spc="-1" strike="noStrike">
                <a:solidFill>
                  <a:srgbClr val="212121"/>
                </a:solidFill>
                <a:latin typeface="Fira Sans Book"/>
              </a:rPr>
              <a:t> dan </a:t>
            </a:r>
            <a:r>
              <a:rPr b="0" i="1" lang="en-US" sz="1580" spc="-1" strike="noStrike">
                <a:solidFill>
                  <a:srgbClr val="212121"/>
                </a:solidFill>
                <a:latin typeface="Fira Sans Book"/>
              </a:rPr>
              <a:t>istilah asing</a:t>
            </a:r>
            <a:r>
              <a:rPr b="0" lang="en-US" sz="1580" spc="-1" strike="noStrike">
                <a:solidFill>
                  <a:srgbClr val="212121"/>
                </a:solidFill>
                <a:latin typeface="Fira Sans Book"/>
              </a:rPr>
              <a:t>.</a:t>
            </a:r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  <a:p>
            <a:pPr marL="255600" indent="-244800">
              <a:spcAft>
                <a:spcPts val="595"/>
              </a:spcAft>
              <a:buClr>
                <a:srgbClr val="4b75ba"/>
              </a:buClr>
              <a:buSzPct val="80000"/>
              <a:buFont typeface="DejaVu Sans"/>
              <a:buChar char="▶"/>
            </a:pPr>
            <a:r>
              <a:rPr b="0" lang="en-US" sz="1580" spc="-1" strike="noStrike">
                <a:solidFill>
                  <a:srgbClr val="212121"/>
                </a:solidFill>
                <a:latin typeface="Fira Sans Book"/>
              </a:rPr>
              <a:t>Butir kedua dengan </a:t>
            </a:r>
            <a:r>
              <a:rPr b="0" lang="en-US" sz="1580" spc="-1" strike="noStrike">
                <a:solidFill>
                  <a:srgbClr val="b4321c"/>
                </a:solidFill>
                <a:latin typeface="Fira Sans Book"/>
              </a:rPr>
              <a:t>penekanan merah</a:t>
            </a:r>
            <a:r>
              <a:rPr b="0" lang="en-US" sz="1580" spc="-1" strike="noStrike">
                <a:solidFill>
                  <a:srgbClr val="212121"/>
                </a:solidFill>
                <a:latin typeface="Fira Sans Book"/>
              </a:rPr>
              <a:t>.</a:t>
            </a:r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  <a:p>
            <a:pPr lvl="1" marL="658800" indent="-244800">
              <a:spcAft>
                <a:spcPts val="879"/>
              </a:spcAft>
              <a:buClr>
                <a:srgbClr val="e8a317"/>
              </a:buClr>
              <a:buFont typeface="DejaVu Sans"/>
              <a:buChar char="−"/>
            </a:pPr>
            <a:r>
              <a:rPr b="0" lang="en-US" sz="1420" spc="-1" strike="noStrike">
                <a:solidFill>
                  <a:srgbClr val="212121"/>
                </a:solidFill>
                <a:latin typeface="Fira Sans Book"/>
              </a:rPr>
              <a:t>Sub-butir memakai tanda emas.</a:t>
            </a:r>
            <a:endParaRPr b="0" lang="en-US" sz="1420" spc="-1" strike="noStrike">
              <a:solidFill>
                <a:srgbClr val="212121"/>
              </a:solidFill>
              <a:latin typeface="Fira Sans Book"/>
            </a:endParaRPr>
          </a:p>
          <a:p>
            <a:pPr marL="255600" indent="-244800">
              <a:spcAft>
                <a:spcPts val="595"/>
              </a:spcAft>
              <a:buClr>
                <a:srgbClr val="4b75ba"/>
              </a:buClr>
              <a:buSzPct val="80000"/>
              <a:buFont typeface="DejaVu Sans"/>
              <a:buChar char="▶"/>
            </a:pPr>
            <a:r>
              <a:rPr b="0" lang="en-US" sz="1580" spc="-1" strike="noStrike">
                <a:solidFill>
                  <a:srgbClr val="212121"/>
                </a:solidFill>
                <a:latin typeface="Fira Sans Book"/>
              </a:rPr>
              <a:t>Butir ketiga, cukup satu gagasan per butir.</a:t>
            </a:r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72400" y="3218400"/>
            <a:ext cx="7200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4a5360"/>
                </a:solidFill>
                <a:latin typeface="Fira Sans Book"/>
              </a:rPr>
              <a:t>Sumber:</a:t>
            </a:r>
            <a:r>
              <a:rPr b="0" lang="en-US" sz="1110" spc="-29" strike="noStrike">
                <a:solidFill>
                  <a:srgbClr val="4a5360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4a5360"/>
                </a:solidFill>
                <a:latin typeface="Fira Sans Book"/>
              </a:rPr>
              <a:t>Penulis,</a:t>
            </a:r>
            <a:r>
              <a:rPr b="0" lang="en-US" sz="1110" spc="-29" strike="noStrike">
                <a:solidFill>
                  <a:srgbClr val="4a5360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4a5360"/>
                </a:solidFill>
                <a:latin typeface="Fira Sans Book"/>
              </a:rPr>
              <a:t>Tahun;</a:t>
            </a:r>
            <a:r>
              <a:rPr b="0" lang="en-US" sz="1110" spc="-29" strike="noStrike">
                <a:solidFill>
                  <a:srgbClr val="4a5360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4a5360"/>
                </a:solidFill>
                <a:latin typeface="Fira Sans Book"/>
              </a:rPr>
              <a:t>Penulis</a:t>
            </a:r>
            <a:r>
              <a:rPr b="0" lang="en-US" sz="1110" spc="-29" strike="noStrike">
                <a:solidFill>
                  <a:srgbClr val="4a5360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4a5360"/>
                </a:solidFill>
                <a:latin typeface="Fira Sans Book"/>
              </a:rPr>
              <a:t>lain,</a:t>
            </a:r>
            <a:r>
              <a:rPr b="0" lang="en-US" sz="1110" spc="-29" strike="noStrike">
                <a:solidFill>
                  <a:srgbClr val="4a5360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4a5360"/>
                </a:solidFill>
                <a:latin typeface="Fira Sans Book"/>
              </a:rPr>
              <a:t>Tahun</a:t>
            </a:r>
            <a:endParaRPr b="0" lang="en-US" sz="1110" spc="-1" strike="noStrike">
              <a:solidFill>
                <a:srgbClr val="4a5360"/>
              </a:solidFill>
              <a:latin typeface="Fira Sans Book"/>
            </a:endParaRPr>
          </a:p>
        </p:txBody>
      </p:sp>
      <p:grpSp>
        <p:nvGrpSpPr>
          <p:cNvPr id="66" name=""/>
          <p:cNvGrpSpPr/>
          <p:nvPr/>
        </p:nvGrpSpPr>
        <p:grpSpPr>
          <a:xfrm>
            <a:off x="572400" y="3520800"/>
            <a:ext cx="8002800" cy="637200"/>
            <a:chOff x="572400" y="3520800"/>
            <a:chExt cx="8002800" cy="637200"/>
          </a:xfrm>
        </p:grpSpPr>
        <p:sp>
          <p:nvSpPr>
            <p:cNvPr id="67" name=""/>
            <p:cNvSpPr/>
            <p:nvPr/>
          </p:nvSpPr>
          <p:spPr>
            <a:xfrm>
              <a:off x="572400" y="3520800"/>
              <a:ext cx="8002800" cy="306000"/>
            </a:xfrm>
            <a:prstGeom prst="rect">
              <a:avLst/>
            </a:prstGeom>
            <a:solidFill>
              <a:srgbClr val="e0eb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800" rIns="64800" tIns="0" bIns="0" anchor="ctr">
              <a:noAutofit/>
            </a:bodyPr>
            <a:p>
              <a:r>
                <a:rPr b="1" lang="en-US" sz="1580" spc="-1" strike="noStrike">
                  <a:solidFill>
                    <a:srgbClr val="005aab"/>
                  </a:solidFill>
                  <a:latin typeface="Fira Sans"/>
                </a:rPr>
                <a:t>Intinya</a:t>
              </a:r>
              <a:endParaRPr b="1" lang="en-US" sz="1580" spc="-1" strike="noStrike">
                <a:solidFill>
                  <a:srgbClr val="005aab"/>
                </a:solidFill>
                <a:latin typeface="Fira Sans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572400" y="3826800"/>
              <a:ext cx="8002800" cy="331200"/>
            </a:xfrm>
            <a:prstGeom prst="rect">
              <a:avLst/>
            </a:prstGeom>
            <a:solidFill>
              <a:srgbClr val="f2f7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4800" rIns="64800" tIns="32400" bIns="32400" anchor="t">
              <a:noAutofit/>
            </a:bodyPr>
            <a:p>
              <a:r>
                <a:rPr b="0" lang="en-US" sz="1580" spc="-1" strike="noStrike">
                  <a:solidFill>
                    <a:srgbClr val="212121"/>
                  </a:solidFill>
                  <a:latin typeface="Fira Sans Book"/>
                </a:rPr>
                <a:t>Satu kalimat yang merangkum pesan utama slide ini.</a:t>
              </a:r>
              <a:endParaRPr b="0" lang="en-US" sz="1580" spc="-1" strike="noStrike">
                <a:solidFill>
                  <a:srgbClr val="212121"/>
                </a:solidFill>
                <a:latin typeface="Fira Sans Book"/>
              </a:endParaRPr>
            </a:p>
          </p:txBody>
        </p:sp>
      </p:grpSp>
      <p:sp>
        <p:nvSpPr>
          <p:cNvPr id="69" name=""/>
          <p:cNvSpPr txBox="1"/>
          <p:nvPr/>
        </p:nvSpPr>
        <p:spPr>
          <a:xfrm>
            <a:off x="7588800" y="4906800"/>
            <a:ext cx="144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r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2/6</a:t>
            </a:r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Nama Anda · Judul Presentasi Anda · STEI ITB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98000" y="0"/>
            <a:ext cx="8064000" cy="55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Fira Sans"/>
              </a:rPr>
              <a:t>Slide dua kolom dengan kartu</a:t>
            </a:r>
            <a:endParaRPr b="1" lang="en-US" sz="190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71" name=""/>
          <p:cNvSpPr/>
          <p:nvPr/>
        </p:nvSpPr>
        <p:spPr>
          <a:xfrm>
            <a:off x="0" y="558000"/>
            <a:ext cx="4572000" cy="7920"/>
          </a:xfrm>
          <a:prstGeom prst="rect">
            <a:avLst/>
          </a:prstGeom>
          <a:solidFill>
            <a:srgbClr val="e8a3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grpSp>
        <p:nvGrpSpPr>
          <p:cNvPr id="72" name=""/>
          <p:cNvGrpSpPr/>
          <p:nvPr/>
        </p:nvGrpSpPr>
        <p:grpSpPr>
          <a:xfrm>
            <a:off x="385200" y="1746000"/>
            <a:ext cx="4042800" cy="860400"/>
            <a:chOff x="385200" y="1746000"/>
            <a:chExt cx="4042800" cy="860400"/>
          </a:xfrm>
        </p:grpSpPr>
        <p:sp>
          <p:nvSpPr>
            <p:cNvPr id="73" name=""/>
            <p:cNvSpPr/>
            <p:nvPr/>
          </p:nvSpPr>
          <p:spPr>
            <a:xfrm>
              <a:off x="388800" y="2026800"/>
              <a:ext cx="4039200" cy="579600"/>
            </a:xfrm>
            <a:prstGeom prst="roundRect">
              <a:avLst>
                <a:gd name="adj" fmla="val 13667"/>
              </a:avLst>
            </a:prstGeom>
            <a:solidFill>
              <a:srgbClr val="ffffff"/>
            </a:solidFill>
            <a:ln w="16200">
              <a:solidFill>
                <a:srgbClr val="005aa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9200" rIns="79200" tIns="32400" bIns="36000" anchor="t">
              <a:noAutofit/>
            </a:bodyPr>
            <a:p>
              <a:pPr>
                <a:lnSpc>
                  <a:spcPts val="1701"/>
                </a:lnSpc>
              </a:pP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Isi</a:t>
              </a:r>
              <a:r>
                <a:rPr b="0" lang="en-US" sz="1270" spc="94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kartu</a:t>
              </a:r>
              <a:r>
                <a:rPr b="0" lang="en-US" sz="1270" spc="94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pertama.</a:t>
              </a:r>
              <a:r>
                <a:rPr b="0" lang="en-US" sz="1270" spc="94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Pakai</a:t>
              </a:r>
              <a:r>
                <a:rPr b="0" lang="en-US" sz="1270" spc="94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1" lang="en-US" sz="1270" spc="-1" strike="noStrike">
                  <a:solidFill>
                    <a:srgbClr val="212121"/>
                  </a:solidFill>
                  <a:latin typeface="Fira Sans"/>
                </a:rPr>
                <a:t>tebal</a:t>
              </a:r>
              <a:r>
                <a:rPr b="0" lang="en-US" sz="1270" spc="94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untuk</a:t>
              </a:r>
              <a:r>
                <a:rPr b="0" lang="en-US" sz="1270" spc="94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kata</a:t>
              </a:r>
              <a:r>
                <a:rPr b="0" lang="en-US" sz="1270" spc="94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yang</a:t>
              </a:r>
              <a:r>
                <a:rPr b="0" lang="en-US" sz="1270" spc="94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pen­ting.</a:t>
              </a:r>
              <a:endParaRPr b="0" lang="en-US" sz="1270" spc="-1" strike="noStrike">
                <a:solidFill>
                  <a:srgbClr val="212121"/>
                </a:solidFill>
                <a:latin typeface="Fira Sans Book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385200" y="1746000"/>
              <a:ext cx="3841200" cy="288000"/>
            </a:xfrm>
            <a:prstGeom prst="roundRect">
              <a:avLst>
                <a:gd name="adj" fmla="val 21250"/>
              </a:avLst>
            </a:prstGeom>
            <a:solidFill>
              <a:srgbClr val="005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9600" rIns="39600" tIns="0" bIns="0" anchor="ctr">
              <a:noAutofit/>
            </a:bodyPr>
            <a:p>
              <a:r>
                <a:rPr b="1" lang="en-US" sz="1270" spc="-1" strike="noStrike">
                  <a:solidFill>
                    <a:srgbClr val="ffffff"/>
                  </a:solidFill>
                  <a:latin typeface="Fira Sans"/>
                </a:rPr>
                <a:t>Topik</a:t>
              </a:r>
              <a:endParaRPr b="1" lang="en-US" sz="1270" spc="-1" strike="noStrike">
                <a:solidFill>
                  <a:srgbClr val="ffffff"/>
                </a:solidFill>
                <a:latin typeface="Fira Sans"/>
              </a:endParaRPr>
            </a:p>
          </p:txBody>
        </p:sp>
      </p:grpSp>
      <p:grpSp>
        <p:nvGrpSpPr>
          <p:cNvPr id="75" name=""/>
          <p:cNvGrpSpPr/>
          <p:nvPr/>
        </p:nvGrpSpPr>
        <p:grpSpPr>
          <a:xfrm>
            <a:off x="385200" y="2700000"/>
            <a:ext cx="4042800" cy="792000"/>
            <a:chOff x="385200" y="2700000"/>
            <a:chExt cx="4042800" cy="792000"/>
          </a:xfrm>
        </p:grpSpPr>
        <p:sp>
          <p:nvSpPr>
            <p:cNvPr id="76" name=""/>
            <p:cNvSpPr/>
            <p:nvPr/>
          </p:nvSpPr>
          <p:spPr>
            <a:xfrm>
              <a:off x="388800" y="2948400"/>
              <a:ext cx="4039200" cy="543600"/>
            </a:xfrm>
            <a:prstGeom prst="roundRect">
              <a:avLst>
                <a:gd name="adj" fmla="val 14569"/>
              </a:avLst>
            </a:prstGeom>
            <a:solidFill>
              <a:srgbClr val="ffffff"/>
            </a:solidFill>
            <a:ln w="16200">
              <a:solidFill>
                <a:srgbClr val="e8a31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9200" rIns="79200" tIns="32400" bIns="36000" anchor="t">
              <a:noAutofit/>
            </a:bodyPr>
            <a:p>
              <a:pPr>
                <a:lnSpc>
                  <a:spcPts val="1701"/>
                </a:lnSpc>
              </a:pP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Kartu</a:t>
              </a:r>
              <a:r>
                <a:rPr b="0" lang="en-US" sz="1270" spc="63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dengan</a:t>
              </a:r>
              <a:r>
                <a:rPr b="0" lang="en-US" sz="1270" spc="63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kepala</a:t>
              </a:r>
              <a:r>
                <a:rPr b="0" lang="en-US" sz="1270" spc="63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emas</a:t>
              </a:r>
              <a:r>
                <a:rPr b="0" lang="en-US" sz="1270" spc="63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untuk</a:t>
              </a:r>
              <a:r>
                <a:rPr b="0" lang="en-US" sz="1270" spc="63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konteks</a:t>
              </a:r>
              <a:r>
                <a:rPr b="0" lang="en-US" sz="1270" spc="63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atau</a:t>
              </a:r>
              <a:r>
                <a:rPr b="0" lang="en-US" sz="1270" spc="63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ca­tatan.</a:t>
              </a:r>
              <a:endParaRPr b="0" lang="en-US" sz="1270" spc="-1" strike="noStrike">
                <a:solidFill>
                  <a:srgbClr val="212121"/>
                </a:solidFill>
                <a:latin typeface="Fira Sans Book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385200" y="2700000"/>
              <a:ext cx="3841200" cy="255600"/>
            </a:xfrm>
            <a:prstGeom prst="roundRect">
              <a:avLst>
                <a:gd name="adj" fmla="val 23944"/>
              </a:avLst>
            </a:prstGeom>
            <a:solidFill>
              <a:srgbClr val="e8a31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9600" rIns="39600" tIns="0" bIns="0" anchor="ctr">
              <a:noAutofit/>
            </a:bodyPr>
            <a:p>
              <a:r>
                <a:rPr b="1" lang="en-US" sz="1270" spc="-1" strike="noStrike">
                  <a:solidFill>
                    <a:srgbClr val="ffffff"/>
                  </a:solidFill>
                  <a:latin typeface="Fira Sans"/>
                </a:rPr>
                <a:t>Kondisi</a:t>
              </a:r>
              <a:r>
                <a:rPr b="1" lang="en-US" sz="1270" spc="111" strike="noStrike">
                  <a:solidFill>
                    <a:srgbClr val="ffffff"/>
                  </a:solidFill>
                  <a:latin typeface="Fira Sans"/>
                </a:rPr>
                <a:t> </a:t>
              </a:r>
              <a:r>
                <a:rPr b="1" lang="en-US" sz="1270" spc="-1" strike="noStrike">
                  <a:solidFill>
                    <a:srgbClr val="ffffff"/>
                  </a:solidFill>
                  <a:latin typeface="Fira Sans"/>
                </a:rPr>
                <a:t>saat</a:t>
              </a:r>
              <a:r>
                <a:rPr b="1" lang="en-US" sz="1270" spc="111" strike="noStrike">
                  <a:solidFill>
                    <a:srgbClr val="ffffff"/>
                  </a:solidFill>
                  <a:latin typeface="Fira Sans"/>
                </a:rPr>
                <a:t> </a:t>
              </a:r>
              <a:r>
                <a:rPr b="1" lang="en-US" sz="1270" spc="-1" strike="noStrike">
                  <a:solidFill>
                    <a:srgbClr val="ffffff"/>
                  </a:solidFill>
                  <a:latin typeface="Fira Sans"/>
                </a:rPr>
                <a:t>ini</a:t>
              </a:r>
              <a:endParaRPr b="1" lang="en-US" sz="1270" spc="-1" strike="noStrike">
                <a:solidFill>
                  <a:srgbClr val="ffffff"/>
                </a:solidFill>
                <a:latin typeface="Fira Sans"/>
              </a:endParaRPr>
            </a:p>
          </p:txBody>
        </p:sp>
      </p:grpSp>
      <p:grpSp>
        <p:nvGrpSpPr>
          <p:cNvPr id="78" name=""/>
          <p:cNvGrpSpPr/>
          <p:nvPr/>
        </p:nvGrpSpPr>
        <p:grpSpPr>
          <a:xfrm>
            <a:off x="4766400" y="1746000"/>
            <a:ext cx="4042800" cy="1573200"/>
            <a:chOff x="4766400" y="1746000"/>
            <a:chExt cx="4042800" cy="1573200"/>
          </a:xfrm>
        </p:grpSpPr>
        <p:sp>
          <p:nvSpPr>
            <p:cNvPr id="79" name=""/>
            <p:cNvSpPr/>
            <p:nvPr/>
          </p:nvSpPr>
          <p:spPr>
            <a:xfrm>
              <a:off x="4770000" y="2026800"/>
              <a:ext cx="4039200" cy="129240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6200">
              <a:solidFill>
                <a:srgbClr val="003d7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9200" rIns="79200" tIns="32400" bIns="36000" anchor="t">
              <a:noAutofit/>
            </a:bodyPr>
            <a:p>
              <a:pPr>
                <a:lnSpc>
                  <a:spcPts val="1701"/>
                </a:lnSpc>
              </a:pPr>
              <a:endParaRPr b="0" lang="en-US" sz="1270" spc="-1" strike="noStrike">
                <a:solidFill>
                  <a:srgbClr val="212121"/>
                </a:solidFill>
                <a:latin typeface="Fira Sans Book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4766400" y="1746000"/>
              <a:ext cx="3841200" cy="288000"/>
            </a:xfrm>
            <a:prstGeom prst="roundRect">
              <a:avLst>
                <a:gd name="adj" fmla="val 21250"/>
              </a:avLst>
            </a:prstGeom>
            <a:solidFill>
              <a:srgbClr val="003d7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9600" rIns="39600" tIns="0" bIns="0" anchor="ctr">
              <a:noAutofit/>
            </a:bodyPr>
            <a:p>
              <a:r>
                <a:rPr b="1" lang="en-US" sz="1270" spc="-1" strike="noStrike">
                  <a:solidFill>
                    <a:srgbClr val="ffffff"/>
                  </a:solidFill>
                  <a:latin typeface="Fira Sans"/>
                </a:rPr>
                <a:t>Pertanyaan penelitian</a:t>
              </a:r>
              <a:endParaRPr b="1" lang="en-US" sz="1270" spc="-1" strike="noStrike">
                <a:solidFill>
                  <a:srgbClr val="ffffff"/>
                </a:solidFill>
                <a:latin typeface="Fira Sans"/>
              </a:endParaRPr>
            </a:p>
          </p:txBody>
        </p:sp>
      </p:grpSp>
      <p:sp>
        <p:nvSpPr>
          <p:cNvPr id="81" name=""/>
          <p:cNvSpPr/>
          <p:nvPr/>
        </p:nvSpPr>
        <p:spPr>
          <a:xfrm>
            <a:off x="4870800" y="2127600"/>
            <a:ext cx="273600" cy="2736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/>
            <a:r>
              <a:rPr b="1" lang="en-US" sz="1110" spc="-1" strike="noStrike">
                <a:solidFill>
                  <a:srgbClr val="ffffff"/>
                </a:solidFill>
                <a:latin typeface="Fira Sans"/>
              </a:rPr>
              <a:t>1</a:t>
            </a:r>
            <a:endParaRPr b="1" lang="en-US" sz="111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198400" y="2152800"/>
            <a:ext cx="345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Pertanyaan pertama.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83" name=""/>
          <p:cNvSpPr/>
          <p:nvPr/>
        </p:nvSpPr>
        <p:spPr>
          <a:xfrm>
            <a:off x="4870800" y="2534400"/>
            <a:ext cx="273600" cy="2736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/>
            <a:r>
              <a:rPr b="1" lang="en-US" sz="1110" spc="-1" strike="noStrike">
                <a:solidFill>
                  <a:srgbClr val="ffffff"/>
                </a:solidFill>
                <a:latin typeface="Fira Sans"/>
              </a:rPr>
              <a:t>2</a:t>
            </a:r>
            <a:endParaRPr b="1" lang="en-US" sz="111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198400" y="2559600"/>
            <a:ext cx="345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Pertanyaan kedua.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85" name=""/>
          <p:cNvSpPr/>
          <p:nvPr/>
        </p:nvSpPr>
        <p:spPr>
          <a:xfrm>
            <a:off x="4870800" y="2944800"/>
            <a:ext cx="273600" cy="273600"/>
          </a:xfrm>
          <a:prstGeom prst="ellipse">
            <a:avLst/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39600" anchor="ctr">
            <a:noAutofit/>
          </a:bodyPr>
          <a:p>
            <a:pPr algn="ctr"/>
            <a:r>
              <a:rPr b="1" lang="en-US" sz="1110" spc="-1" strike="noStrike">
                <a:solidFill>
                  <a:srgbClr val="ffffff"/>
                </a:solidFill>
                <a:latin typeface="Fira Sans"/>
              </a:rPr>
              <a:t>3</a:t>
            </a:r>
            <a:endParaRPr b="1" lang="en-US" sz="111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198400" y="2970000"/>
            <a:ext cx="345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70" spc="-1" strike="noStrike">
                <a:solidFill>
                  <a:srgbClr val="212121"/>
                </a:solidFill>
                <a:latin typeface="Fira Sans Book"/>
              </a:rPr>
              <a:t>Pertanyaan ketiga.</a:t>
            </a:r>
            <a:endParaRPr b="0" lang="en-US" sz="1270" spc="-1" strike="noStrike">
              <a:solidFill>
                <a:srgbClr val="212121"/>
              </a:solidFill>
              <a:latin typeface="Fira Sans Book"/>
            </a:endParaRPr>
          </a:p>
        </p:txBody>
      </p:sp>
      <p:grpSp>
        <p:nvGrpSpPr>
          <p:cNvPr id="87" name=""/>
          <p:cNvGrpSpPr/>
          <p:nvPr/>
        </p:nvGrpSpPr>
        <p:grpSpPr>
          <a:xfrm>
            <a:off x="4766400" y="3416400"/>
            <a:ext cx="4042800" cy="565200"/>
            <a:chOff x="4766400" y="3416400"/>
            <a:chExt cx="4042800" cy="565200"/>
          </a:xfrm>
        </p:grpSpPr>
        <p:sp>
          <p:nvSpPr>
            <p:cNvPr id="88" name=""/>
            <p:cNvSpPr/>
            <p:nvPr/>
          </p:nvSpPr>
          <p:spPr>
            <a:xfrm>
              <a:off x="4770000" y="3654000"/>
              <a:ext cx="4039200" cy="327600"/>
            </a:xfrm>
            <a:prstGeom prst="roundRect">
              <a:avLst>
                <a:gd name="adj" fmla="val 24176"/>
              </a:avLst>
            </a:prstGeom>
            <a:solidFill>
              <a:srgbClr val="ffffff"/>
            </a:solidFill>
            <a:ln w="16200">
              <a:solidFill>
                <a:srgbClr val="b4321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9200" rIns="79200" tIns="32400" bIns="36000" anchor="t">
              <a:noAutofit/>
            </a:bodyPr>
            <a:p>
              <a:pPr>
                <a:lnSpc>
                  <a:spcPts val="1701"/>
                </a:lnSpc>
              </a:pP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Kartu</a:t>
              </a:r>
              <a:r>
                <a:rPr b="0" lang="en-US" sz="1270" spc="66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merah</a:t>
              </a:r>
              <a:r>
                <a:rPr b="0" lang="en-US" sz="1270" spc="66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untuk</a:t>
              </a:r>
              <a:r>
                <a:rPr b="0" lang="en-US" sz="1270" spc="66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risiko</a:t>
              </a:r>
              <a:r>
                <a:rPr b="0" lang="en-US" sz="1270" spc="66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atau</a:t>
              </a:r>
              <a:r>
                <a:rPr b="0" lang="en-US" sz="1270" spc="66" strike="noStrike">
                  <a:solidFill>
                    <a:srgbClr val="212121"/>
                  </a:solidFill>
                  <a:latin typeface="Fira Sans Book"/>
                </a:rPr>
                <a:t> </a:t>
              </a: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keterbatasan.</a:t>
              </a:r>
              <a:endParaRPr b="0" lang="en-US" sz="1270" spc="-1" strike="noStrike">
                <a:solidFill>
                  <a:srgbClr val="212121"/>
                </a:solidFill>
                <a:latin typeface="Fira Sans Book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4766400" y="3416400"/>
              <a:ext cx="3841200" cy="244800"/>
            </a:xfrm>
            <a:prstGeom prst="roundRect">
              <a:avLst>
                <a:gd name="adj" fmla="val 25000"/>
              </a:avLst>
            </a:prstGeom>
            <a:solidFill>
              <a:srgbClr val="b432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9600" rIns="39600" tIns="0" bIns="0" anchor="ctr">
              <a:noAutofit/>
            </a:bodyPr>
            <a:p>
              <a:r>
                <a:rPr b="1" lang="en-US" sz="1270" spc="-1" strike="noStrike">
                  <a:solidFill>
                    <a:srgbClr val="ffffff"/>
                  </a:solidFill>
                  <a:latin typeface="Fira Sans"/>
                </a:rPr>
                <a:t>Keterbatasan</a:t>
              </a:r>
              <a:endParaRPr b="1" lang="en-US" sz="1270" spc="-1" strike="noStrike">
                <a:solidFill>
                  <a:srgbClr val="ffffff"/>
                </a:solidFill>
                <a:latin typeface="Fira Sans"/>
              </a:endParaRPr>
            </a:p>
          </p:txBody>
        </p:sp>
      </p:grpSp>
      <p:sp>
        <p:nvSpPr>
          <p:cNvPr id="90" name=""/>
          <p:cNvSpPr txBox="1"/>
          <p:nvPr/>
        </p:nvSpPr>
        <p:spPr>
          <a:xfrm>
            <a:off x="7588800" y="4906800"/>
            <a:ext cx="144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r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3/6</a:t>
            </a:r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Nama Anda · Judul Presentasi Anda · STEI ITB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98000" y="0"/>
            <a:ext cx="8064000" cy="55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Fira Sans"/>
              </a:rPr>
              <a:t>Temuan utama sekilas</a:t>
            </a:r>
            <a:endParaRPr b="1" lang="en-US" sz="190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92" name=""/>
          <p:cNvSpPr/>
          <p:nvPr/>
        </p:nvSpPr>
        <p:spPr>
          <a:xfrm>
            <a:off x="0" y="558000"/>
            <a:ext cx="6095880" cy="7920"/>
          </a:xfrm>
          <a:prstGeom prst="rect">
            <a:avLst/>
          </a:prstGeom>
          <a:solidFill>
            <a:srgbClr val="e8a3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93" name=""/>
          <p:cNvSpPr/>
          <p:nvPr/>
        </p:nvSpPr>
        <p:spPr>
          <a:xfrm>
            <a:off x="842400" y="1288800"/>
            <a:ext cx="1713600" cy="1515600"/>
          </a:xfrm>
          <a:prstGeom prst="roundRect">
            <a:avLst>
              <a:gd name="adj" fmla="val 6653"/>
            </a:avLst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0" bIns="43200" anchor="ctr">
            <a:noAutofit/>
          </a:bodyPr>
          <a:p>
            <a:pPr algn="ctr">
              <a:lnSpc>
                <a:spcPts val="3487"/>
              </a:lnSpc>
            </a:pPr>
            <a:r>
              <a:rPr b="1" lang="en-US" sz="3480" spc="-1" strike="noStrike">
                <a:solidFill>
                  <a:srgbClr val="ffffff"/>
                </a:solidFill>
                <a:latin typeface="Fira Sans"/>
              </a:rPr>
              <a:t>104</a:t>
            </a:r>
            <a:endParaRPr b="0" lang="en-US" sz="3480" spc="-1" strike="noStrike">
              <a:solidFill>
                <a:srgbClr val="ffffff"/>
              </a:solidFill>
              <a:latin typeface="Fira Sans Book"/>
            </a:endParaRPr>
          </a:p>
          <a:p>
            <a:pPr algn="ctr">
              <a:lnSpc>
                <a:spcPts val="2183"/>
              </a:lnSpc>
            </a:pP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makalah</a:t>
            </a:r>
            <a:r>
              <a:rPr b="0" lang="en-US" sz="1110" spc="197" strike="noStrike">
                <a:solidFill>
                  <a:srgbClr val="ffffff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primer</a:t>
            </a:r>
            <a:r>
              <a:rPr b="0" lang="en-US" sz="1110" spc="197" strike="noStrike">
                <a:solidFill>
                  <a:srgbClr val="ffffff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terpilih</a:t>
            </a:r>
            <a:endParaRPr b="0" lang="en-US" sz="1110" spc="-1" strike="noStrike">
              <a:solidFill>
                <a:srgbClr val="ffffff"/>
              </a:solidFill>
              <a:latin typeface="Fira Sans Book"/>
            </a:endParaRPr>
          </a:p>
        </p:txBody>
      </p:sp>
      <p:sp>
        <p:nvSpPr>
          <p:cNvPr id="94" name=""/>
          <p:cNvSpPr/>
          <p:nvPr/>
        </p:nvSpPr>
        <p:spPr>
          <a:xfrm>
            <a:off x="2757600" y="1288800"/>
            <a:ext cx="1713600" cy="1515600"/>
          </a:xfrm>
          <a:prstGeom prst="roundRect">
            <a:avLst>
              <a:gd name="adj" fmla="val 6653"/>
            </a:avLst>
          </a:prstGeom>
          <a:solidFill>
            <a:srgbClr val="003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0" bIns="43200" anchor="ctr">
            <a:noAutofit/>
          </a:bodyPr>
          <a:p>
            <a:pPr algn="ctr">
              <a:lnSpc>
                <a:spcPts val="3487"/>
              </a:lnSpc>
            </a:pPr>
            <a:r>
              <a:rPr b="1" lang="en-US" sz="3480" spc="-1" strike="noStrike">
                <a:solidFill>
                  <a:srgbClr val="ffffff"/>
                </a:solidFill>
                <a:latin typeface="Fira Sans"/>
              </a:rPr>
              <a:t>12</a:t>
            </a:r>
            <a:endParaRPr b="0" lang="en-US" sz="3480" spc="-1" strike="noStrike">
              <a:solidFill>
                <a:srgbClr val="ffffff"/>
              </a:solidFill>
              <a:latin typeface="Fira Sans Book"/>
            </a:endParaRPr>
          </a:p>
          <a:p>
            <a:pPr algn="ctr">
              <a:lnSpc>
                <a:spcPts val="2183"/>
              </a:lnSpc>
            </a:pP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label</a:t>
            </a:r>
            <a:r>
              <a:rPr b="0" lang="en-US" sz="1110" spc="211" strike="noStrike">
                <a:solidFill>
                  <a:srgbClr val="ffffff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angka</a:t>
            </a:r>
            <a:r>
              <a:rPr b="0" lang="en-US" sz="1110" spc="211" strike="noStrike">
                <a:solidFill>
                  <a:srgbClr val="ffffff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kedua</a:t>
            </a:r>
            <a:endParaRPr b="0" lang="en-US" sz="1110" spc="-1" strike="noStrike">
              <a:solidFill>
                <a:srgbClr val="ffffff"/>
              </a:solidFill>
              <a:latin typeface="Fira Sans Book"/>
            </a:endParaRPr>
          </a:p>
        </p:txBody>
      </p:sp>
      <p:sp>
        <p:nvSpPr>
          <p:cNvPr id="95" name=""/>
          <p:cNvSpPr/>
          <p:nvPr/>
        </p:nvSpPr>
        <p:spPr>
          <a:xfrm>
            <a:off x="4672800" y="1288800"/>
            <a:ext cx="1713600" cy="1515600"/>
          </a:xfrm>
          <a:prstGeom prst="roundRect">
            <a:avLst>
              <a:gd name="adj" fmla="val 6653"/>
            </a:avLst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93600" bIns="43200" anchor="ctr">
            <a:noAutofit/>
          </a:bodyPr>
          <a:p>
            <a:pPr algn="ctr">
              <a:lnSpc>
                <a:spcPts val="3487"/>
              </a:lnSpc>
            </a:pPr>
            <a:r>
              <a:rPr b="1" lang="en-US" sz="3480" spc="-1" strike="noStrike">
                <a:solidFill>
                  <a:srgbClr val="ffffff"/>
                </a:solidFill>
                <a:latin typeface="Fira Sans"/>
              </a:rPr>
              <a:t>6 / 17</a:t>
            </a:r>
            <a:endParaRPr b="0" lang="en-US" sz="3480" spc="-1" strike="noStrike">
              <a:solidFill>
                <a:srgbClr val="ffffff"/>
              </a:solidFill>
              <a:latin typeface="Fira Sans Book"/>
            </a:endParaRPr>
          </a:p>
          <a:p>
            <a:pPr algn="ctr">
              <a:lnSpc>
                <a:spcPts val="2183"/>
              </a:lnSpc>
            </a:pP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rasio</a:t>
            </a:r>
            <a:r>
              <a:rPr b="0" lang="en-US" sz="1110" spc="225" strike="noStrike">
                <a:solidFill>
                  <a:srgbClr val="ffffff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atau</a:t>
            </a:r>
            <a:endParaRPr b="0" lang="en-US" sz="1110" spc="-1" strike="noStrike">
              <a:solidFill>
                <a:srgbClr val="ffffff"/>
              </a:solidFill>
              <a:latin typeface="Fira Sans Book"/>
            </a:endParaRPr>
          </a:p>
          <a:p>
            <a:pPr algn="ctr">
              <a:lnSpc>
                <a:spcPts val="2183"/>
              </a:lnSpc>
            </a:pP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perbandingan</a:t>
            </a:r>
            <a:endParaRPr b="0" lang="en-US" sz="1110" spc="-1" strike="noStrike">
              <a:solidFill>
                <a:srgbClr val="ffffff"/>
              </a:solidFill>
              <a:latin typeface="Fira Sans Book"/>
            </a:endParaRPr>
          </a:p>
        </p:txBody>
      </p:sp>
      <p:sp>
        <p:nvSpPr>
          <p:cNvPr id="96" name=""/>
          <p:cNvSpPr/>
          <p:nvPr/>
        </p:nvSpPr>
        <p:spPr>
          <a:xfrm>
            <a:off x="6588000" y="1288800"/>
            <a:ext cx="1713600" cy="1515600"/>
          </a:xfrm>
          <a:prstGeom prst="roundRect">
            <a:avLst>
              <a:gd name="adj" fmla="val 6653"/>
            </a:avLst>
          </a:prstGeom>
          <a:solidFill>
            <a:srgbClr val="b432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0" bIns="43200" anchor="ctr">
            <a:noAutofit/>
          </a:bodyPr>
          <a:p>
            <a:pPr algn="ctr">
              <a:lnSpc>
                <a:spcPts val="3487"/>
              </a:lnSpc>
            </a:pPr>
            <a:r>
              <a:rPr b="1" lang="en-US" sz="3480" spc="-1" strike="noStrike">
                <a:solidFill>
                  <a:srgbClr val="ffffff"/>
                </a:solidFill>
                <a:latin typeface="Fira Sans"/>
              </a:rPr>
              <a:t>0</a:t>
            </a:r>
            <a:endParaRPr b="0" lang="en-US" sz="3480" spc="-1" strike="noStrike">
              <a:solidFill>
                <a:srgbClr val="ffffff"/>
              </a:solidFill>
              <a:latin typeface="Fira Sans Book"/>
            </a:endParaRPr>
          </a:p>
          <a:p>
            <a:pPr algn="ctr">
              <a:lnSpc>
                <a:spcPts val="2183"/>
              </a:lnSpc>
            </a:pP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temuan negatif</a:t>
            </a:r>
            <a:endParaRPr b="0" lang="en-US" sz="1110" spc="-1" strike="noStrike">
              <a:solidFill>
                <a:srgbClr val="ffffff"/>
              </a:solidFill>
              <a:latin typeface="Fira Sans Book"/>
            </a:endParaRPr>
          </a:p>
        </p:txBody>
      </p:sp>
      <p:sp>
        <p:nvSpPr>
          <p:cNvPr id="97" name=""/>
          <p:cNvSpPr/>
          <p:nvPr/>
        </p:nvSpPr>
        <p:spPr>
          <a:xfrm>
            <a:off x="842400" y="2948400"/>
            <a:ext cx="1713600" cy="1515600"/>
          </a:xfrm>
          <a:prstGeom prst="roundRect">
            <a:avLst>
              <a:gd name="adj" fmla="val 6653"/>
            </a:avLst>
          </a:prstGeom>
          <a:solidFill>
            <a:srgbClr val="003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0" bIns="43200" anchor="ctr">
            <a:noAutofit/>
          </a:bodyPr>
          <a:p>
            <a:pPr algn="ctr">
              <a:lnSpc>
                <a:spcPts val="3487"/>
              </a:lnSpc>
            </a:pPr>
            <a:r>
              <a:rPr b="1" lang="en-US" sz="3480" spc="-1" strike="noStrike">
                <a:solidFill>
                  <a:srgbClr val="ffffff"/>
                </a:solidFill>
                <a:latin typeface="Fira Sans"/>
              </a:rPr>
              <a:t>27</a:t>
            </a:r>
            <a:endParaRPr b="0" lang="en-US" sz="3480" spc="-1" strike="noStrike">
              <a:solidFill>
                <a:srgbClr val="ffffff"/>
              </a:solidFill>
              <a:latin typeface="Fira Sans Book"/>
            </a:endParaRPr>
          </a:p>
          <a:p>
            <a:pPr algn="ctr">
              <a:lnSpc>
                <a:spcPts val="2183"/>
              </a:lnSpc>
            </a:pP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label angka</a:t>
            </a:r>
            <a:endParaRPr b="0" lang="en-US" sz="1110" spc="-1" strike="noStrike">
              <a:solidFill>
                <a:srgbClr val="ffffff"/>
              </a:solidFill>
              <a:latin typeface="Fira Sans Book"/>
            </a:endParaRPr>
          </a:p>
        </p:txBody>
      </p:sp>
      <p:sp>
        <p:nvSpPr>
          <p:cNvPr id="98" name=""/>
          <p:cNvSpPr/>
          <p:nvPr/>
        </p:nvSpPr>
        <p:spPr>
          <a:xfrm>
            <a:off x="2757600" y="2948400"/>
            <a:ext cx="1713600" cy="1515600"/>
          </a:xfrm>
          <a:prstGeom prst="roundRect">
            <a:avLst>
              <a:gd name="adj" fmla="val 6653"/>
            </a:avLst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0" bIns="43200" anchor="ctr">
            <a:noAutofit/>
          </a:bodyPr>
          <a:p>
            <a:pPr algn="ctr">
              <a:lnSpc>
                <a:spcPts val="3487"/>
              </a:lnSpc>
            </a:pPr>
            <a:r>
              <a:rPr b="1" lang="en-US" sz="3480" spc="-1" strike="noStrike">
                <a:solidFill>
                  <a:srgbClr val="ffffff"/>
                </a:solidFill>
                <a:latin typeface="Fira Sans"/>
              </a:rPr>
              <a:t>3</a:t>
            </a:r>
            <a:endParaRPr b="0" lang="en-US" sz="3480" spc="-1" strike="noStrike">
              <a:solidFill>
                <a:srgbClr val="ffffff"/>
              </a:solidFill>
              <a:latin typeface="Fira Sans Book"/>
            </a:endParaRPr>
          </a:p>
          <a:p>
            <a:pPr algn="ctr">
              <a:lnSpc>
                <a:spcPts val="2183"/>
              </a:lnSpc>
            </a:pP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label angka</a:t>
            </a:r>
            <a:endParaRPr b="0" lang="en-US" sz="1110" spc="-1" strike="noStrike">
              <a:solidFill>
                <a:srgbClr val="ffffff"/>
              </a:solidFill>
              <a:latin typeface="Fira Sans Book"/>
            </a:endParaRPr>
          </a:p>
        </p:txBody>
      </p:sp>
      <p:sp>
        <p:nvSpPr>
          <p:cNvPr id="99" name=""/>
          <p:cNvSpPr/>
          <p:nvPr/>
        </p:nvSpPr>
        <p:spPr>
          <a:xfrm>
            <a:off x="4672800" y="2948400"/>
            <a:ext cx="1713600" cy="1515600"/>
          </a:xfrm>
          <a:prstGeom prst="roundRect">
            <a:avLst>
              <a:gd name="adj" fmla="val 6653"/>
            </a:avLst>
          </a:prstGeom>
          <a:solidFill>
            <a:srgbClr val="003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97200" bIns="43200" anchor="ctr">
            <a:noAutofit/>
          </a:bodyPr>
          <a:p>
            <a:pPr algn="ctr">
              <a:lnSpc>
                <a:spcPts val="2381"/>
              </a:lnSpc>
              <a:spcAft>
                <a:spcPts val="312"/>
              </a:spcAft>
            </a:pPr>
            <a:r>
              <a:rPr b="1" lang="en-US" sz="2370" spc="-1" strike="noStrike">
                <a:solidFill>
                  <a:srgbClr val="ffffff"/>
                </a:solidFill>
                <a:latin typeface="Fira Sans"/>
              </a:rPr>
              <a:t>USD 7,3 jt</a:t>
            </a:r>
            <a:endParaRPr b="0" lang="en-US" sz="2370" spc="-1" strike="noStrike">
              <a:solidFill>
                <a:srgbClr val="ffffff"/>
              </a:solidFill>
              <a:latin typeface="Fira Sans Book"/>
            </a:endParaRPr>
          </a:p>
          <a:p>
            <a:pPr algn="ctr">
              <a:lnSpc>
                <a:spcPts val="2183"/>
              </a:lnSpc>
            </a:pP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nilai</a:t>
            </a:r>
            <a:r>
              <a:rPr b="0" lang="en-US" sz="1110" spc="211" strike="noStrike">
                <a:solidFill>
                  <a:srgbClr val="ffffff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lebar,</a:t>
            </a:r>
            <a:r>
              <a:rPr b="0" lang="en-US" sz="1110" spc="211" strike="noStrike">
                <a:solidFill>
                  <a:srgbClr val="ffffff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huruf</a:t>
            </a:r>
            <a:endParaRPr b="0" lang="en-US" sz="1110" spc="-1" strike="noStrike">
              <a:solidFill>
                <a:srgbClr val="ffffff"/>
              </a:solidFill>
              <a:latin typeface="Fira Sans Book"/>
            </a:endParaRPr>
          </a:p>
          <a:p>
            <a:pPr algn="ctr">
              <a:lnSpc>
                <a:spcPts val="2183"/>
              </a:lnSpc>
            </a:pP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lebih</a:t>
            </a:r>
            <a:r>
              <a:rPr b="0" lang="en-US" sz="1110" spc="211" strike="noStrike">
                <a:solidFill>
                  <a:srgbClr val="ffffff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kecil</a:t>
            </a:r>
            <a:endParaRPr b="0" lang="en-US" sz="1110" spc="-1" strike="noStrike">
              <a:solidFill>
                <a:srgbClr val="ffffff"/>
              </a:solidFill>
              <a:latin typeface="Fira Sans Book"/>
            </a:endParaRPr>
          </a:p>
        </p:txBody>
      </p:sp>
      <p:sp>
        <p:nvSpPr>
          <p:cNvPr id="100" name=""/>
          <p:cNvSpPr/>
          <p:nvPr/>
        </p:nvSpPr>
        <p:spPr>
          <a:xfrm>
            <a:off x="6588000" y="2948400"/>
            <a:ext cx="1713600" cy="1515600"/>
          </a:xfrm>
          <a:prstGeom prst="roundRect">
            <a:avLst>
              <a:gd name="adj" fmla="val 6653"/>
            </a:avLst>
          </a:prstGeom>
          <a:solidFill>
            <a:srgbClr val="e8a3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" rIns="43200" tIns="57600" bIns="43200" anchor="ctr">
            <a:noAutofit/>
          </a:bodyPr>
          <a:p>
            <a:pPr algn="ctr">
              <a:lnSpc>
                <a:spcPts val="3487"/>
              </a:lnSpc>
            </a:pPr>
            <a:r>
              <a:rPr b="1" lang="en-US" sz="3480" spc="-1" strike="noStrike">
                <a:solidFill>
                  <a:srgbClr val="ffffff"/>
                </a:solidFill>
                <a:latin typeface="Fira Sans"/>
              </a:rPr>
              <a:t>8</a:t>
            </a:r>
            <a:endParaRPr b="0" lang="en-US" sz="3480" spc="-1" strike="noStrike">
              <a:solidFill>
                <a:srgbClr val="ffffff"/>
              </a:solidFill>
              <a:latin typeface="Fira Sans Book"/>
            </a:endParaRPr>
          </a:p>
          <a:p>
            <a:pPr algn="ctr">
              <a:lnSpc>
                <a:spcPts val="2183"/>
              </a:lnSpc>
            </a:pP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celah</a:t>
            </a:r>
            <a:r>
              <a:rPr b="0" lang="en-US" sz="1110" spc="225" strike="noStrike">
                <a:solidFill>
                  <a:srgbClr val="ffffff"/>
                </a:solidFill>
                <a:latin typeface="Fira Sans Book"/>
              </a:rPr>
              <a:t> </a:t>
            </a:r>
            <a:r>
              <a:rPr b="0" lang="en-US" sz="1110" spc="-1" strike="noStrike">
                <a:solidFill>
                  <a:srgbClr val="ffffff"/>
                </a:solidFill>
                <a:latin typeface="Fira Sans Book"/>
              </a:rPr>
              <a:t>riset</a:t>
            </a:r>
            <a:endParaRPr b="0" lang="en-US" sz="1110" spc="-1" strike="noStrike">
              <a:solidFill>
                <a:srgbClr val="ffffff"/>
              </a:solidFill>
              <a:latin typeface="Fira Sans Book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588800" y="4906800"/>
            <a:ext cx="144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r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4/6</a:t>
            </a:r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Nama Anda · Judul Presentasi Anda · STEI ITB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 txBox="1"/>
          <p:nvPr/>
        </p:nvSpPr>
        <p:spPr>
          <a:xfrm>
            <a:off x="0" y="1429200"/>
            <a:ext cx="3290400" cy="16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100" spc="-1" strike="noStrike">
                <a:solidFill>
                  <a:srgbClr val="ffffff"/>
                </a:solidFill>
                <a:latin typeface="Fira Sans"/>
              </a:rPr>
              <a:t>2</a:t>
            </a:r>
            <a:endParaRPr b="1" lang="en-US" sz="1010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0" y="3070800"/>
            <a:ext cx="3290400" cy="2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1420" spc="-1" strike="noStrike">
                <a:solidFill>
                  <a:srgbClr val="ffffff"/>
                </a:solidFill>
                <a:latin typeface="Fira Sans Book"/>
              </a:rPr>
              <a:t>Bagian 2</a:t>
            </a:r>
            <a:endParaRPr b="0" lang="en-US" sz="1420" spc="-1" strike="noStrike">
              <a:solidFill>
                <a:srgbClr val="ffffff"/>
              </a:solidFill>
              <a:latin typeface="Fira Sans Book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819600" y="1468800"/>
            <a:ext cx="5112000" cy="22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730" spc="-1" strike="noStrike">
                <a:solidFill>
                  <a:srgbClr val="003d75"/>
                </a:solidFill>
                <a:latin typeface="Fira Sans"/>
              </a:rPr>
              <a:t>Metode</a:t>
            </a:r>
            <a:endParaRPr b="1" lang="en-US" sz="2730" spc="-1" strike="noStrike">
              <a:solidFill>
                <a:srgbClr val="003d75"/>
              </a:solidFill>
              <a:latin typeface="Fira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98000" y="0"/>
            <a:ext cx="8064000" cy="55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Fira Sans"/>
              </a:rPr>
              <a:t>Diagram alur</a:t>
            </a:r>
            <a:endParaRPr b="1" lang="en-US" sz="190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106" name=""/>
          <p:cNvSpPr/>
          <p:nvPr/>
        </p:nvSpPr>
        <p:spPr>
          <a:xfrm>
            <a:off x="0" y="558000"/>
            <a:ext cx="7620120" cy="7920"/>
          </a:xfrm>
          <a:prstGeom prst="rect">
            <a:avLst/>
          </a:prstGeom>
          <a:solidFill>
            <a:srgbClr val="e8a3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107" name=""/>
          <p:cNvSpPr/>
          <p:nvPr/>
        </p:nvSpPr>
        <p:spPr>
          <a:xfrm>
            <a:off x="676800" y="1843200"/>
            <a:ext cx="1828800" cy="712800"/>
          </a:xfrm>
          <a:prstGeom prst="roundRect">
            <a:avLst>
              <a:gd name="adj" fmla="val 8588"/>
            </a:avLst>
          </a:prstGeom>
          <a:solidFill>
            <a:srgbClr val="005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ts val="1871"/>
              </a:lnSpc>
            </a:pPr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Klarifikasi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  <a:p>
            <a:pPr algn="ctr">
              <a:lnSpc>
                <a:spcPts val="1871"/>
              </a:lnSpc>
            </a:pPr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Riset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76800" y="2656800"/>
            <a:ext cx="18288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1110" spc="-1" strike="noStrike">
                <a:solidFill>
                  <a:srgbClr val="4a5360"/>
                </a:solidFill>
                <a:latin typeface="Fira Sans Book"/>
              </a:rPr>
              <a:t>Semester 1</a:t>
            </a:r>
            <a:endParaRPr b="0" lang="en-US" sz="1110" spc="-1" strike="noStrike">
              <a:solidFill>
                <a:srgbClr val="4a5360"/>
              </a:solidFill>
              <a:latin typeface="Fira Sans Book"/>
            </a:endParaRPr>
          </a:p>
        </p:txBody>
      </p:sp>
      <p:sp>
        <p:nvSpPr>
          <p:cNvPr id="109" name=""/>
          <p:cNvSpPr/>
          <p:nvPr/>
        </p:nvSpPr>
        <p:spPr>
          <a:xfrm>
            <a:off x="2509200" y="2199600"/>
            <a:ext cx="181800" cy="0"/>
          </a:xfrm>
          <a:prstGeom prst="line">
            <a:avLst/>
          </a:prstGeom>
          <a:ln w="28080">
            <a:solidFill>
              <a:srgbClr val="005aa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110" name=""/>
          <p:cNvSpPr/>
          <p:nvPr/>
        </p:nvSpPr>
        <p:spPr>
          <a:xfrm>
            <a:off x="2734200" y="1843200"/>
            <a:ext cx="1828800" cy="712800"/>
          </a:xfrm>
          <a:prstGeom prst="roundRect">
            <a:avLst>
              <a:gd name="adj" fmla="val 8588"/>
            </a:avLst>
          </a:prstGeom>
          <a:solidFill>
            <a:srgbClr val="73a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50400" anchor="ctr">
            <a:noAutofit/>
          </a:bodyPr>
          <a:p>
            <a:pPr algn="ctr">
              <a:lnSpc>
                <a:spcPts val="1871"/>
              </a:lnSpc>
            </a:pPr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Studi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  <a:p>
            <a:pPr algn="ctr">
              <a:lnSpc>
                <a:spcPts val="1871"/>
              </a:lnSpc>
            </a:pPr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Deskriptif I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734200" y="2656800"/>
            <a:ext cx="18288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1110" spc="-1" strike="noStrike">
                <a:solidFill>
                  <a:srgbClr val="4a5360"/>
                </a:solidFill>
                <a:latin typeface="Fira Sans Book"/>
              </a:rPr>
              <a:t>Semester 2</a:t>
            </a:r>
            <a:endParaRPr b="0" lang="en-US" sz="1110" spc="-1" strike="noStrike">
              <a:solidFill>
                <a:srgbClr val="4a5360"/>
              </a:solidFill>
              <a:latin typeface="Fira Sans Book"/>
            </a:endParaRPr>
          </a:p>
        </p:txBody>
      </p:sp>
      <p:sp>
        <p:nvSpPr>
          <p:cNvPr id="112" name=""/>
          <p:cNvSpPr/>
          <p:nvPr/>
        </p:nvSpPr>
        <p:spPr>
          <a:xfrm>
            <a:off x="4566600" y="2199600"/>
            <a:ext cx="181800" cy="0"/>
          </a:xfrm>
          <a:prstGeom prst="line">
            <a:avLst/>
          </a:prstGeom>
          <a:ln w="28080">
            <a:solidFill>
              <a:srgbClr val="005aa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113" name=""/>
          <p:cNvSpPr/>
          <p:nvPr/>
        </p:nvSpPr>
        <p:spPr>
          <a:xfrm>
            <a:off x="4791600" y="1843200"/>
            <a:ext cx="1828800" cy="712800"/>
          </a:xfrm>
          <a:prstGeom prst="roundRect">
            <a:avLst>
              <a:gd name="adj" fmla="val 8588"/>
            </a:avLst>
          </a:prstGeom>
          <a:solidFill>
            <a:srgbClr val="73a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50400" anchor="ctr">
            <a:noAutofit/>
          </a:bodyPr>
          <a:p>
            <a:pPr algn="ctr">
              <a:lnSpc>
                <a:spcPts val="1871"/>
              </a:lnSpc>
            </a:pPr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Studi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  <a:p>
            <a:pPr algn="ctr">
              <a:lnSpc>
                <a:spcPts val="1871"/>
              </a:lnSpc>
            </a:pPr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Preskriptif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791600" y="2656800"/>
            <a:ext cx="18288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1110" spc="-1" strike="noStrike">
                <a:solidFill>
                  <a:srgbClr val="4a5360"/>
                </a:solidFill>
                <a:latin typeface="Fira Sans Book"/>
              </a:rPr>
              <a:t>Semester 3–4</a:t>
            </a:r>
            <a:endParaRPr b="0" lang="en-US" sz="1110" spc="-1" strike="noStrike">
              <a:solidFill>
                <a:srgbClr val="4a5360"/>
              </a:solidFill>
              <a:latin typeface="Fira Sans Book"/>
            </a:endParaRPr>
          </a:p>
        </p:txBody>
      </p:sp>
      <p:sp>
        <p:nvSpPr>
          <p:cNvPr id="115" name=""/>
          <p:cNvSpPr/>
          <p:nvPr/>
        </p:nvSpPr>
        <p:spPr>
          <a:xfrm>
            <a:off x="6624000" y="2199600"/>
            <a:ext cx="181800" cy="0"/>
          </a:xfrm>
          <a:prstGeom prst="line">
            <a:avLst/>
          </a:prstGeom>
          <a:ln w="28080">
            <a:solidFill>
              <a:srgbClr val="005aa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116" name=""/>
          <p:cNvSpPr/>
          <p:nvPr/>
        </p:nvSpPr>
        <p:spPr>
          <a:xfrm>
            <a:off x="6849000" y="1843200"/>
            <a:ext cx="1828800" cy="712800"/>
          </a:xfrm>
          <a:prstGeom prst="roundRect">
            <a:avLst>
              <a:gd name="adj" fmla="val 8588"/>
            </a:avLst>
          </a:prstGeom>
          <a:solidFill>
            <a:srgbClr val="73a4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50400" anchor="ctr">
            <a:noAutofit/>
          </a:bodyPr>
          <a:p>
            <a:pPr algn="ctr">
              <a:lnSpc>
                <a:spcPts val="1871"/>
              </a:lnSpc>
            </a:pPr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Studi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  <a:p>
            <a:pPr algn="ctr">
              <a:lnSpc>
                <a:spcPts val="1871"/>
              </a:lnSpc>
            </a:pPr>
            <a:r>
              <a:rPr b="1" lang="en-US" sz="1420" spc="-1" strike="noStrike">
                <a:solidFill>
                  <a:srgbClr val="ffffff"/>
                </a:solidFill>
                <a:latin typeface="Fira Sans"/>
              </a:rPr>
              <a:t>Deskriptif II</a:t>
            </a:r>
            <a:endParaRPr b="1" lang="en-US" sz="142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849000" y="2656800"/>
            <a:ext cx="1828800" cy="1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1110" spc="-1" strike="noStrike">
                <a:solidFill>
                  <a:srgbClr val="4a5360"/>
                </a:solidFill>
                <a:latin typeface="Fira Sans Book"/>
              </a:rPr>
              <a:t>Semester 5–6</a:t>
            </a:r>
            <a:endParaRPr b="0" lang="en-US" sz="1110" spc="-1" strike="noStrike">
              <a:solidFill>
                <a:srgbClr val="4a5360"/>
              </a:solidFill>
              <a:latin typeface="Fira Sans Book"/>
            </a:endParaRPr>
          </a:p>
        </p:txBody>
      </p:sp>
      <p:sp>
        <p:nvSpPr>
          <p:cNvPr id="118" name=""/>
          <p:cNvSpPr/>
          <p:nvPr/>
        </p:nvSpPr>
        <p:spPr>
          <a:xfrm>
            <a:off x="590400" y="1742400"/>
            <a:ext cx="2001600" cy="1170000"/>
          </a:xfrm>
          <a:prstGeom prst="roundRect">
            <a:avLst>
              <a:gd name="adj" fmla="val 6769"/>
            </a:avLst>
          </a:prstGeom>
          <a:noFill/>
          <a:ln w="40320">
            <a:solidFill>
              <a:srgbClr val="e8a3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sp>
        <p:nvSpPr>
          <p:cNvPr id="119" name=""/>
          <p:cNvSpPr/>
          <p:nvPr/>
        </p:nvSpPr>
        <p:spPr>
          <a:xfrm>
            <a:off x="1242000" y="1461600"/>
            <a:ext cx="698400" cy="280800"/>
          </a:xfrm>
          <a:prstGeom prst="roundRect">
            <a:avLst>
              <a:gd name="adj" fmla="val 14102"/>
            </a:avLst>
          </a:prstGeom>
          <a:solidFill>
            <a:srgbClr val="e8a3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/>
            <a:r>
              <a:rPr b="1" lang="en-US" sz="1110" spc="-1" strike="noStrike">
                <a:solidFill>
                  <a:srgbClr val="000000"/>
                </a:solidFill>
                <a:latin typeface="Fira Sans"/>
              </a:rPr>
              <a:t>tahap ini</a:t>
            </a:r>
            <a:endParaRPr b="1" lang="en-US" sz="1110" spc="-1" strike="noStrike">
              <a:solidFill>
                <a:srgbClr val="000000"/>
              </a:solidFill>
              <a:latin typeface="Fira Sans"/>
            </a:endParaRPr>
          </a:p>
        </p:txBody>
      </p:sp>
      <p:grpSp>
        <p:nvGrpSpPr>
          <p:cNvPr id="120" name=""/>
          <p:cNvGrpSpPr/>
          <p:nvPr/>
        </p:nvGrpSpPr>
        <p:grpSpPr>
          <a:xfrm>
            <a:off x="370800" y="3610800"/>
            <a:ext cx="2602800" cy="590400"/>
            <a:chOff x="370800" y="3610800"/>
            <a:chExt cx="2602800" cy="590400"/>
          </a:xfrm>
        </p:grpSpPr>
        <p:sp>
          <p:nvSpPr>
            <p:cNvPr id="121" name=""/>
            <p:cNvSpPr/>
            <p:nvPr/>
          </p:nvSpPr>
          <p:spPr>
            <a:xfrm>
              <a:off x="374400" y="3841200"/>
              <a:ext cx="2599200" cy="360000"/>
            </a:xfrm>
            <a:prstGeom prst="roundRect">
              <a:avLst>
                <a:gd name="adj" fmla="val 22000"/>
              </a:avLst>
            </a:prstGeom>
            <a:solidFill>
              <a:srgbClr val="ffffff"/>
            </a:solidFill>
            <a:ln w="16200">
              <a:solidFill>
                <a:srgbClr val="005aa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9200" rIns="79200" tIns="32400" bIns="36000" anchor="t">
              <a:noAutofit/>
            </a:bodyPr>
            <a:p>
              <a:pPr>
                <a:lnSpc>
                  <a:spcPts val="1701"/>
                </a:lnSpc>
              </a:pP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Penjelasan luaran pertama.</a:t>
              </a:r>
              <a:endParaRPr b="0" lang="en-US" sz="1270" spc="-1" strike="noStrike">
                <a:solidFill>
                  <a:srgbClr val="212121"/>
                </a:solidFill>
                <a:latin typeface="Fira Sans Book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370800" y="3610800"/>
              <a:ext cx="2401200" cy="237600"/>
            </a:xfrm>
            <a:prstGeom prst="roundRect">
              <a:avLst>
                <a:gd name="adj" fmla="val 25759"/>
              </a:avLst>
            </a:prstGeom>
            <a:solidFill>
              <a:srgbClr val="005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9600" rIns="39600" tIns="0" bIns="0" anchor="ctr">
              <a:noAutofit/>
            </a:bodyPr>
            <a:p>
              <a:r>
                <a:rPr b="1" lang="en-US" sz="1270" spc="-1" strike="noStrike">
                  <a:solidFill>
                    <a:srgbClr val="ffffff"/>
                  </a:solidFill>
                  <a:latin typeface="Fira Sans"/>
                </a:rPr>
                <a:t>Luaran 1</a:t>
              </a:r>
              <a:endParaRPr b="1" lang="en-US" sz="1270" spc="-1" strike="noStrike">
                <a:solidFill>
                  <a:srgbClr val="ffffff"/>
                </a:solidFill>
                <a:latin typeface="Fira Sans"/>
              </a:endParaRPr>
            </a:p>
          </p:txBody>
        </p:sp>
      </p:grpSp>
      <p:grpSp>
        <p:nvGrpSpPr>
          <p:cNvPr id="123" name=""/>
          <p:cNvGrpSpPr/>
          <p:nvPr/>
        </p:nvGrpSpPr>
        <p:grpSpPr>
          <a:xfrm>
            <a:off x="3295800" y="3610800"/>
            <a:ext cx="2602800" cy="590400"/>
            <a:chOff x="3295800" y="3610800"/>
            <a:chExt cx="2602800" cy="590400"/>
          </a:xfrm>
        </p:grpSpPr>
        <p:sp>
          <p:nvSpPr>
            <p:cNvPr id="124" name=""/>
            <p:cNvSpPr/>
            <p:nvPr/>
          </p:nvSpPr>
          <p:spPr>
            <a:xfrm>
              <a:off x="3299400" y="3841200"/>
              <a:ext cx="2599200" cy="360000"/>
            </a:xfrm>
            <a:prstGeom prst="roundRect">
              <a:avLst>
                <a:gd name="adj" fmla="val 22000"/>
              </a:avLst>
            </a:prstGeom>
            <a:solidFill>
              <a:srgbClr val="ffffff"/>
            </a:solidFill>
            <a:ln w="16200">
              <a:solidFill>
                <a:srgbClr val="005aa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9200" rIns="79200" tIns="32400" bIns="36000" anchor="t">
              <a:noAutofit/>
            </a:bodyPr>
            <a:p>
              <a:pPr>
                <a:lnSpc>
                  <a:spcPts val="1701"/>
                </a:lnSpc>
              </a:pP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Penjelasan luaran kedua.</a:t>
              </a:r>
              <a:endParaRPr b="0" lang="en-US" sz="1270" spc="-1" strike="noStrike">
                <a:solidFill>
                  <a:srgbClr val="212121"/>
                </a:solidFill>
                <a:latin typeface="Fira Sans Book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3295800" y="3610800"/>
              <a:ext cx="2401200" cy="237600"/>
            </a:xfrm>
            <a:prstGeom prst="roundRect">
              <a:avLst>
                <a:gd name="adj" fmla="val 25759"/>
              </a:avLst>
            </a:prstGeom>
            <a:solidFill>
              <a:srgbClr val="005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9600" rIns="39600" tIns="0" bIns="0" anchor="ctr">
              <a:noAutofit/>
            </a:bodyPr>
            <a:p>
              <a:r>
                <a:rPr b="1" lang="en-US" sz="1270" spc="-1" strike="noStrike">
                  <a:solidFill>
                    <a:srgbClr val="ffffff"/>
                  </a:solidFill>
                  <a:latin typeface="Fira Sans"/>
                </a:rPr>
                <a:t>Luaran 2</a:t>
              </a:r>
              <a:endParaRPr b="1" lang="en-US" sz="1270" spc="-1" strike="noStrike">
                <a:solidFill>
                  <a:srgbClr val="ffffff"/>
                </a:solidFill>
                <a:latin typeface="Fira Sans"/>
              </a:endParaRPr>
            </a:p>
          </p:txBody>
        </p:sp>
      </p:grpSp>
      <p:grpSp>
        <p:nvGrpSpPr>
          <p:cNvPr id="126" name=""/>
          <p:cNvGrpSpPr/>
          <p:nvPr/>
        </p:nvGrpSpPr>
        <p:grpSpPr>
          <a:xfrm>
            <a:off x="6220800" y="3610800"/>
            <a:ext cx="2602800" cy="590400"/>
            <a:chOff x="6220800" y="3610800"/>
            <a:chExt cx="2602800" cy="590400"/>
          </a:xfrm>
        </p:grpSpPr>
        <p:sp>
          <p:nvSpPr>
            <p:cNvPr id="127" name=""/>
            <p:cNvSpPr/>
            <p:nvPr/>
          </p:nvSpPr>
          <p:spPr>
            <a:xfrm>
              <a:off x="6224400" y="3841200"/>
              <a:ext cx="2599200" cy="360000"/>
            </a:xfrm>
            <a:prstGeom prst="roundRect">
              <a:avLst>
                <a:gd name="adj" fmla="val 22000"/>
              </a:avLst>
            </a:prstGeom>
            <a:solidFill>
              <a:srgbClr val="ffffff"/>
            </a:solidFill>
            <a:ln w="16200">
              <a:solidFill>
                <a:srgbClr val="005aa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9200" rIns="79200" tIns="32400" bIns="36000" anchor="t">
              <a:noAutofit/>
            </a:bodyPr>
            <a:p>
              <a:pPr>
                <a:lnSpc>
                  <a:spcPts val="1701"/>
                </a:lnSpc>
              </a:pPr>
              <a:r>
                <a:rPr b="0" lang="en-US" sz="1270" spc="-1" strike="noStrike">
                  <a:solidFill>
                    <a:srgbClr val="212121"/>
                  </a:solidFill>
                  <a:latin typeface="Fira Sans Book"/>
                </a:rPr>
                <a:t>Penjelasan luaran ketiga.</a:t>
              </a:r>
              <a:endParaRPr b="0" lang="en-US" sz="1270" spc="-1" strike="noStrike">
                <a:solidFill>
                  <a:srgbClr val="212121"/>
                </a:solidFill>
                <a:latin typeface="Fira Sans Book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6220800" y="3610800"/>
              <a:ext cx="2401200" cy="237600"/>
            </a:xfrm>
            <a:prstGeom prst="roundRect">
              <a:avLst>
                <a:gd name="adj" fmla="val 25759"/>
              </a:avLst>
            </a:prstGeom>
            <a:solidFill>
              <a:srgbClr val="005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9600" rIns="39600" tIns="0" bIns="0" anchor="ctr">
              <a:noAutofit/>
            </a:bodyPr>
            <a:p>
              <a:r>
                <a:rPr b="1" lang="en-US" sz="1270" spc="-1" strike="noStrike">
                  <a:solidFill>
                    <a:srgbClr val="ffffff"/>
                  </a:solidFill>
                  <a:latin typeface="Fira Sans"/>
                </a:rPr>
                <a:t>Luaran 3</a:t>
              </a:r>
              <a:endParaRPr b="1" lang="en-US" sz="1270" spc="-1" strike="noStrike">
                <a:solidFill>
                  <a:srgbClr val="ffffff"/>
                </a:solidFill>
                <a:latin typeface="Fira Sans"/>
              </a:endParaRPr>
            </a:p>
          </p:txBody>
        </p:sp>
      </p:grpSp>
      <p:sp>
        <p:nvSpPr>
          <p:cNvPr id="129" name=""/>
          <p:cNvSpPr txBox="1"/>
          <p:nvPr/>
        </p:nvSpPr>
        <p:spPr>
          <a:xfrm>
            <a:off x="7588800" y="4906800"/>
            <a:ext cx="144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r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5/6</a:t>
            </a:r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Nama Anda · Judul Presentasi Anda · STEI ITB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98000" y="0"/>
            <a:ext cx="8064000" cy="55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Fira Sans"/>
              </a:rPr>
              <a:t>Tabel</a:t>
            </a:r>
            <a:endParaRPr b="1" lang="en-US" sz="190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558000"/>
            <a:ext cx="9144000" cy="7920"/>
          </a:xfrm>
          <a:prstGeom prst="rect">
            <a:avLst/>
          </a:prstGeom>
          <a:solidFill>
            <a:srgbClr val="e8a3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en-US" sz="1580" spc="-1" strike="noStrike">
              <a:solidFill>
                <a:srgbClr val="212121"/>
              </a:solidFill>
              <a:latin typeface="Fira Sans Book"/>
            </a:endParaRPr>
          </a:p>
        </p:txBody>
      </p:sp>
      <p:graphicFrame>
        <p:nvGraphicFramePr>
          <p:cNvPr id="132" name=""/>
          <p:cNvGraphicFramePr/>
          <p:nvPr/>
        </p:nvGraphicFramePr>
        <p:xfrm>
          <a:off x="2138400" y="2260800"/>
          <a:ext cx="4921200" cy="1231200"/>
        </p:xfrm>
        <a:graphic>
          <a:graphicData uri="http://schemas.openxmlformats.org/drawingml/2006/table">
            <a:tbl>
              <a:tblPr/>
              <a:tblGrid>
                <a:gridCol w="1807200"/>
                <a:gridCol w="810000"/>
                <a:gridCol w="684000"/>
                <a:gridCol w="1620000"/>
              </a:tblGrid>
              <a:tr h="360000">
                <a:tc>
                  <a:txBody>
                    <a:bodyPr lIns="0" rIns="36000" tIns="75600" bIns="691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20" spc="-1" strike="noStrike">
                          <a:solidFill>
                            <a:srgbClr val="212121"/>
                          </a:solidFill>
                          <a:latin typeface="Fira Sans"/>
                        </a:rPr>
                        <a:t>Tahap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marL="0" anchor="t" marR="36000">
                    <a:lnL>
                      <a:noFill/>
                    </a:lnL>
                    <a:lnR>
                      <a:noFill/>
                    </a:lnR>
                    <a:lnT w="18720">
                      <a:solidFill>
                        <a:srgbClr val="212121"/>
                      </a:solidFill>
                      <a:prstDash val="solid"/>
                    </a:lnT>
                    <a:lnB w="11520">
                      <a:solidFill>
                        <a:srgbClr val="21212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120960" tIns="75600" bIns="6912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n-US" sz="1420" spc="-1" strike="noStrike">
                          <a:solidFill>
                            <a:srgbClr val="212121"/>
                          </a:solidFill>
                          <a:latin typeface="Fira Sans"/>
                        </a:rPr>
                        <a:t>Jumlah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anchor="t" marL="36000" marR="120960">
                    <a:lnL>
                      <a:noFill/>
                    </a:lnL>
                    <a:lnR>
                      <a:noFill/>
                    </a:lnR>
                    <a:lnT w="18720">
                      <a:solidFill>
                        <a:srgbClr val="212121"/>
                      </a:solidFill>
                      <a:prstDash val="solid"/>
                    </a:lnT>
                    <a:lnB w="11520">
                      <a:solidFill>
                        <a:srgbClr val="21212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120960" tIns="75600" bIns="6912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n-US" sz="1420" spc="-1" strike="noStrike">
                          <a:solidFill>
                            <a:srgbClr val="212121"/>
                          </a:solidFill>
                          <a:latin typeface="Fira Sans"/>
                        </a:rPr>
                        <a:t>Sisa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anchor="t" marL="36000" marR="120960">
                    <a:lnL>
                      <a:noFill/>
                    </a:lnL>
                    <a:lnR>
                      <a:noFill/>
                    </a:lnR>
                    <a:lnT w="18720">
                      <a:solidFill>
                        <a:srgbClr val="212121"/>
                      </a:solidFill>
                      <a:prstDash val="solid"/>
                    </a:lnT>
                    <a:lnB w="11520">
                      <a:solidFill>
                        <a:srgbClr val="21212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0960" rIns="0" tIns="75600" bIns="691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20" spc="-9" strike="noStrike">
                          <a:solidFill>
                            <a:srgbClr val="212121"/>
                          </a:solidFill>
                          <a:latin typeface="Fira Sans"/>
                        </a:rPr>
                        <a:t>Catatan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marR="0" anchor="t" marL="120960">
                    <a:lnL>
                      <a:noFill/>
                    </a:lnL>
                    <a:lnR>
                      <a:noFill/>
                    </a:lnR>
                    <a:lnT w="18720">
                      <a:solidFill>
                        <a:srgbClr val="212121"/>
                      </a:solidFill>
                      <a:prstDash val="solid"/>
                    </a:lnT>
                    <a:lnB w="11520">
                      <a:solidFill>
                        <a:srgbClr val="212121"/>
                      </a:solidFill>
                      <a:prstDash val="solid"/>
                    </a:lnB>
                    <a:noFill/>
                  </a:tcPr>
                </a:tc>
              </a:tr>
              <a:tr h="309600">
                <a:tc>
                  <a:txBody>
                    <a:bodyPr lIns="0" rIns="36000" tIns="72000" bIns="223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20" spc="-1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Pencarian basis data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marL="0" anchor="t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120960" tIns="72000" bIns="2232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420" spc="-1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1.250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anchor="t" marL="36000" marR="12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120960" tIns="72000" bIns="2232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420" spc="-1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1.250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anchor="t" marL="36000" marR="12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0960" rIns="0" tIns="72000" bIns="223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20" spc="-9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Scopus, IEEE, ACM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marR="0" anchor="t" marL="12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5600">
                <a:tc>
                  <a:txBody>
                    <a:bodyPr lIns="0" rIns="36000" tIns="18000" bIns="223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20" spc="-1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Saring judul/abstrak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marL="0" anchor="t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120960" tIns="18000" bIns="2232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420" spc="-1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− </a:t>
                      </a:r>
                      <a:r>
                        <a:rPr b="0" lang="en-US" sz="1420" spc="-1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980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anchor="t" marL="36000" marR="12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rIns="120960" tIns="18000" bIns="2232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420" spc="-1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270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anchor="t" marL="36000" marR="12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0960" rIns="0" tIns="18000" bIns="223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20" spc="-9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kriteria inklusi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marR="0" anchor="t" marL="12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6000">
                <a:tc>
                  <a:txBody>
                    <a:bodyPr lIns="0" rIns="36000" tIns="18000" bIns="72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20" spc="-1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Baca teks lengkap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marL="0" anchor="t" marR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8720">
                      <a:solidFill>
                        <a:srgbClr val="21212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120960" tIns="18000" bIns="7272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420" spc="-1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− </a:t>
                      </a:r>
                      <a:r>
                        <a:rPr b="0" lang="en-US" sz="1420" spc="-1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166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anchor="t" marL="36000" marR="12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8720">
                      <a:solidFill>
                        <a:srgbClr val="21212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120960" tIns="18000" bIns="7272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n-US" sz="1420" spc="-1" strike="noStrike">
                          <a:solidFill>
                            <a:srgbClr val="212121"/>
                          </a:solidFill>
                          <a:latin typeface="Fira Sans"/>
                        </a:rPr>
                        <a:t>104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anchor="t" marL="36000" marR="12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8720">
                      <a:solidFill>
                        <a:srgbClr val="21212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0960" rIns="0" tIns="18000" bIns="72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20" spc="-9" strike="noStrike">
                          <a:solidFill>
                            <a:srgbClr val="212121"/>
                          </a:solidFill>
                          <a:latin typeface="Fira Sans Book"/>
                        </a:rPr>
                        <a:t>penilaian kualitas</a:t>
                      </a:r>
                      <a:endParaRPr b="0" lang="en-US" sz="1420" spc="-1" strike="noStrike">
                        <a:solidFill>
                          <a:srgbClr val="212121"/>
                        </a:solidFill>
                        <a:latin typeface="Fira Sans Book"/>
                      </a:endParaRPr>
                    </a:p>
                  </a:txBody>
                  <a:tcPr marR="0" anchor="t" marL="12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8720">
                      <a:solidFill>
                        <a:srgbClr val="21212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3" name=""/>
          <p:cNvSpPr txBox="1"/>
          <p:nvPr/>
        </p:nvSpPr>
        <p:spPr>
          <a:xfrm>
            <a:off x="7588800" y="4906800"/>
            <a:ext cx="144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r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6/6</a:t>
            </a:r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Nama Anda · Judul Presentasi Anda · STEI ITB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0" y="1980000"/>
            <a:ext cx="9144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2280" spc="-1" strike="noStrike">
                <a:solidFill>
                  <a:srgbClr val="ffffff"/>
                </a:solidFill>
                <a:latin typeface="Fira Sans"/>
              </a:rPr>
              <a:t>Terima kasih</a:t>
            </a:r>
            <a:endParaRPr b="1" lang="en-US" sz="2280" spc="-1" strike="noStrike">
              <a:solidFill>
                <a:srgbClr val="ffffff"/>
              </a:solidFill>
              <a:latin typeface="Fira Sans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588800" y="4906800"/>
            <a:ext cx="1440000" cy="21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/>
            <a:r>
              <a:rPr b="0" lang="en-US" sz="1110" spc="-1" strike="noStrike">
                <a:solidFill>
                  <a:srgbClr val="005aab"/>
                </a:solidFill>
                <a:latin typeface="Fira Sans Book"/>
              </a:rPr>
              <a:t>6/6</a:t>
            </a:r>
            <a:endParaRPr b="0" lang="en-US" sz="1110" spc="-1" strike="noStrike">
              <a:solidFill>
                <a:srgbClr val="005aab"/>
              </a:solidFill>
              <a:latin typeface="Fira Sans Book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Nama Anda · Judul Presentasi Anda · STEI ITB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>Contoh slide ITB</dc:title>
</cp:coreProperties>
</file>