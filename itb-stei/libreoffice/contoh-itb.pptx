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_rels/presentation.xml.rels" ContentType="application/vnd.openxmlformats-package.relationships+xml"/>
  <Override PartName="/ppt/media/image1.png" ContentType="image/png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1" r:id="rId3"/>
    <p:sldMasterId id="2147483654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</p:sldIdLst>
  <p:sldSz cx="9144000" cy="51435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ITB Jud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198000" y="0"/>
            <a:ext cx="8064000" cy="55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1" lang="en-US" sz="1900" spc="-1" strike="noStrike">
              <a:solidFill>
                <a:srgbClr val="ffffff"/>
              </a:solidFill>
              <a:latin typeface="Fira Sans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ITB Jud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198000" y="0"/>
            <a:ext cx="8064000" cy="55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1" lang="en-US" sz="190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716400" y="864000"/>
            <a:ext cx="7920000" cy="3816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b="0" lang="en-US" sz="1900" spc="-1" strike="noStrike">
              <a:solidFill>
                <a:srgbClr val="212121"/>
              </a:solidFill>
              <a:latin typeface="Fira Sans Book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ITB 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198000" y="0"/>
            <a:ext cx="8064000" cy="55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1" lang="en-US" sz="190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716400" y="864000"/>
            <a:ext cx="7920000" cy="3816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spcAft>
                <a:spcPts val="595"/>
              </a:spcAft>
              <a:buNone/>
            </a:pPr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8DC64FA-AD9A-449C-8DD6-E6EEF0234EE4}" type="slidenum">
              <a:t>&lt;#&gt;</a:t>
            </a:fld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ITB 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198000" y="0"/>
            <a:ext cx="8064000" cy="55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1" lang="en-US" sz="190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1FF68E8-8F01-4E68-988B-1FC2297BF8E9}" type="slidenum">
              <a:t>&lt;#&gt;</a:t>
            </a:fld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ITB Bagi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198000" y="0"/>
            <a:ext cx="8064000" cy="55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1" lang="en-US" sz="1900" spc="-1" strike="noStrike">
              <a:solidFill>
                <a:srgbClr val="ffffff"/>
              </a:solidFill>
              <a:latin typeface="Fira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5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0" name="" descr=""/>
          <p:cNvPicPr/>
          <p:nvPr/>
        </p:nvPicPr>
        <p:blipFill>
          <a:blip r:embed="rId2"/>
          <a:stretch/>
        </p:blipFill>
        <p:spPr>
          <a:xfrm>
            <a:off x="7700400" y="2728800"/>
            <a:ext cx="972000" cy="972000"/>
          </a:xfrm>
          <a:prstGeom prst="rect">
            <a:avLst/>
          </a:prstGeom>
          <a:ln w="0">
            <a:noFill/>
          </a:ln>
        </p:spPr>
      </p:pic>
      <p:sp>
        <p:nvSpPr>
          <p:cNvPr id="1" name="PlaceHolder 1"/>
          <p:cNvSpPr>
            <a:spLocks noGrp="1"/>
          </p:cNvSpPr>
          <p:nvPr>
            <p:ph type="title"/>
          </p:nvPr>
        </p:nvSpPr>
        <p:spPr>
          <a:xfrm>
            <a:off x="572400" y="864000"/>
            <a:ext cx="7200000" cy="46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1" lang="en-US" sz="2280" spc="-1" strike="noStrike">
                <a:solidFill>
                  <a:srgbClr val="212121"/>
                </a:solidFill>
                <a:latin typeface="Fira Sans"/>
              </a:rPr>
              <a:t>Click to edit the title text format</a:t>
            </a:r>
            <a:endParaRPr b="1" lang="en-US" sz="2280" spc="-1" strike="noStrike">
              <a:solidFill>
                <a:srgbClr val="212121"/>
              </a:solidFill>
              <a:latin typeface="Fira Sans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body"/>
          </p:nvPr>
        </p:nvSpPr>
        <p:spPr>
          <a:xfrm>
            <a:off x="572400" y="2466000"/>
            <a:ext cx="6840000" cy="172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55600" indent="-255600">
              <a:spcAft>
                <a:spcPts val="595"/>
              </a:spcAft>
              <a:buClr>
                <a:srgbClr val="4b75ba"/>
              </a:buClr>
              <a:buSzPct val="62000"/>
              <a:buFont typeface="DejaVu Sans"/>
              <a:buChar char="▶"/>
            </a:pPr>
            <a:r>
              <a:rPr b="0" lang="en-US" sz="1580" spc="-1" strike="noStrike">
                <a:solidFill>
                  <a:srgbClr val="212121"/>
                </a:solidFill>
                <a:latin typeface="Fira Sans Book"/>
              </a:rPr>
              <a:t>Click to edit the outline text format</a:t>
            </a:r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  <a:p>
            <a:pPr lvl="1" marL="658800" indent="-244800">
              <a:spcAft>
                <a:spcPts val="595"/>
              </a:spcAft>
              <a:buClr>
                <a:srgbClr val="e8a317"/>
              </a:buClr>
              <a:buFont typeface="DejaVu Sans"/>
              <a:buChar char="−"/>
            </a:pPr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Second Outline Level</a:t>
            </a:r>
            <a:endParaRPr b="0" lang="en-US" sz="1420" spc="-1" strike="noStrike">
              <a:solidFill>
                <a:srgbClr val="212121"/>
              </a:solidFill>
              <a:latin typeface="Fira Sans Book"/>
            </a:endParaRPr>
          </a:p>
          <a:p>
            <a:pPr lvl="2" marL="1044000" indent="-216000">
              <a:spcAft>
                <a:spcPts val="595"/>
              </a:spcAft>
              <a:buClr>
                <a:srgbClr val="4a5360"/>
              </a:buClr>
              <a:buFont typeface="DejaVu Sans"/>
              <a:buChar char="•"/>
            </a:pPr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Third Outline Level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  <a:p>
            <a:pPr lvl="3" marL="1368000" indent="-216000">
              <a:spcAft>
                <a:spcPts val="595"/>
              </a:spcAft>
              <a:buClr>
                <a:srgbClr val="4a5360"/>
              </a:buClr>
              <a:buFont typeface="DejaVu Sans"/>
              <a:buChar char="•"/>
            </a:pPr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Fourth Outline Level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  <a:p>
            <a:pPr lvl="4" marL="1692000" indent="-216000">
              <a:spcAft>
                <a:spcPts val="595"/>
              </a:spcAft>
              <a:buClr>
                <a:srgbClr val="4a5360"/>
              </a:buClr>
              <a:buFont typeface="DejaVu Sans"/>
              <a:buChar char="•"/>
            </a:pPr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Fifth Outline Level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  <a:p>
            <a:pPr lvl="5" marL="2016000" indent="-216000">
              <a:spcAft>
                <a:spcPts val="595"/>
              </a:spcAft>
              <a:buClr>
                <a:srgbClr val="4a5360"/>
              </a:buClr>
              <a:buFont typeface="DejaVu Sans"/>
              <a:buChar char="•"/>
            </a:pPr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Sixth Outline Level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  <a:p>
            <a:pPr lvl="6" marL="2340000" indent="-216000">
              <a:spcAft>
                <a:spcPts val="595"/>
              </a:spcAft>
              <a:buClr>
                <a:srgbClr val="4a5360"/>
              </a:buClr>
              <a:buFont typeface="DejaVu Sans"/>
              <a:buChar char="•"/>
            </a:pPr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Seventh Outline Level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3" name=""/>
          <p:cNvSpPr/>
          <p:nvPr/>
        </p:nvSpPr>
        <p:spPr>
          <a:xfrm>
            <a:off x="572400" y="2059200"/>
            <a:ext cx="8002800" cy="7200"/>
          </a:xfrm>
          <a:prstGeom prst="rect">
            <a:avLst/>
          </a:prstGeom>
          <a:solidFill>
            <a:srgbClr val="e8a3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3"/>
    <p:sldLayoutId id="2147483650" r:id="rId4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"/>
          <p:cNvSpPr/>
          <p:nvPr/>
        </p:nvSpPr>
        <p:spPr>
          <a:xfrm>
            <a:off x="0" y="0"/>
            <a:ext cx="9144000" cy="558000"/>
          </a:xfrm>
          <a:prstGeom prst="rect">
            <a:avLst/>
          </a:prstGeom>
          <a:solidFill>
            <a:srgbClr val="005a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8" name=""/>
          <p:cNvSpPr/>
          <p:nvPr/>
        </p:nvSpPr>
        <p:spPr>
          <a:xfrm>
            <a:off x="0" y="558000"/>
            <a:ext cx="9144000" cy="7920"/>
          </a:xfrm>
          <a:prstGeom prst="rect">
            <a:avLst/>
          </a:prstGeom>
          <a:solidFill>
            <a:srgbClr val="ceba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pic>
        <p:nvPicPr>
          <p:cNvPr id="9" name="" descr=""/>
          <p:cNvPicPr/>
          <p:nvPr/>
        </p:nvPicPr>
        <p:blipFill>
          <a:blip r:embed="rId2"/>
          <a:stretch/>
        </p:blipFill>
        <p:spPr>
          <a:xfrm>
            <a:off x="8650800" y="64800"/>
            <a:ext cx="428400" cy="428400"/>
          </a:xfrm>
          <a:prstGeom prst="rect">
            <a:avLst/>
          </a:prstGeom>
          <a:ln w="0">
            <a:noFill/>
          </a:ln>
        </p:spPr>
      </p:pic>
      <p:sp>
        <p:nvSpPr>
          <p:cNvPr id="10" name=""/>
          <p:cNvSpPr/>
          <p:nvPr/>
        </p:nvSpPr>
        <p:spPr>
          <a:xfrm>
            <a:off x="0" y="4932000"/>
            <a:ext cx="9144000" cy="212400"/>
          </a:xfrm>
          <a:prstGeom prst="rect">
            <a:avLst/>
          </a:prstGeom>
          <a:solidFill>
            <a:srgbClr val="d4e3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11" name=""/>
          <p:cNvSpPr/>
          <p:nvPr/>
        </p:nvSpPr>
        <p:spPr>
          <a:xfrm>
            <a:off x="0" y="4924800"/>
            <a:ext cx="9144000" cy="0"/>
          </a:xfrm>
          <a:prstGeom prst="line">
            <a:avLst/>
          </a:prstGeom>
          <a:ln w="14040">
            <a:solidFill>
              <a:srgbClr val="e8a31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840" rIns="6840" tIns="-6840" bIns="-6840" anchor="t">
            <a:no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198000" y="0"/>
            <a:ext cx="8064000" cy="55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1" lang="en-US" sz="1900" spc="-1" strike="noStrike">
                <a:solidFill>
                  <a:srgbClr val="ffffff"/>
                </a:solidFill>
                <a:latin typeface="Fira Sans"/>
              </a:rPr>
              <a:t>Click to edit the title text format</a:t>
            </a:r>
            <a:endParaRPr b="1" lang="en-US" sz="190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716400" y="864000"/>
            <a:ext cx="7920000" cy="3816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55600" indent="-255600">
              <a:spcAft>
                <a:spcPts val="595"/>
              </a:spcAft>
              <a:buClr>
                <a:srgbClr val="4b75ba"/>
              </a:buClr>
              <a:buSzPct val="62000"/>
              <a:buFont typeface="DejaVu Sans"/>
              <a:buChar char="▶"/>
            </a:pPr>
            <a:r>
              <a:rPr b="0" lang="en-US" sz="1580" spc="-1" strike="noStrike">
                <a:solidFill>
                  <a:srgbClr val="212121"/>
                </a:solidFill>
                <a:latin typeface="Fira Sans Book"/>
              </a:rPr>
              <a:t>Click to edit the outline text format</a:t>
            </a:r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  <a:p>
            <a:pPr lvl="1" marL="658800" indent="-244800">
              <a:spcAft>
                <a:spcPts val="595"/>
              </a:spcAft>
              <a:buClr>
                <a:srgbClr val="e8a317"/>
              </a:buClr>
              <a:buFont typeface="DejaVu Sans"/>
              <a:buChar char="−"/>
            </a:pPr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Second Outline Level</a:t>
            </a:r>
            <a:endParaRPr b="0" lang="en-US" sz="1420" spc="-1" strike="noStrike">
              <a:solidFill>
                <a:srgbClr val="212121"/>
              </a:solidFill>
              <a:latin typeface="Fira Sans Book"/>
            </a:endParaRPr>
          </a:p>
          <a:p>
            <a:pPr lvl="2" marL="1044000" indent="-216000">
              <a:spcAft>
                <a:spcPts val="595"/>
              </a:spcAft>
              <a:buClr>
                <a:srgbClr val="4a5360"/>
              </a:buClr>
              <a:buFont typeface="DejaVu Sans"/>
              <a:buChar char="•"/>
            </a:pPr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Third Outline Level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  <a:p>
            <a:pPr lvl="3" marL="1368000" indent="-216000">
              <a:spcAft>
                <a:spcPts val="595"/>
              </a:spcAft>
              <a:buClr>
                <a:srgbClr val="4a5360"/>
              </a:buClr>
              <a:buFont typeface="DejaVu Sans"/>
              <a:buChar char="•"/>
            </a:pPr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Fourth Outline Level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  <a:p>
            <a:pPr lvl="4" marL="1692000" indent="-216000">
              <a:spcAft>
                <a:spcPts val="595"/>
              </a:spcAft>
              <a:buClr>
                <a:srgbClr val="4a5360"/>
              </a:buClr>
              <a:buFont typeface="DejaVu Sans"/>
              <a:buChar char="•"/>
            </a:pPr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Fifth Outline Level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  <a:p>
            <a:pPr lvl="5" marL="2016000" indent="-216000">
              <a:spcAft>
                <a:spcPts val="595"/>
              </a:spcAft>
              <a:buClr>
                <a:srgbClr val="4a5360"/>
              </a:buClr>
              <a:buFont typeface="DejaVu Sans"/>
              <a:buChar char="•"/>
            </a:pPr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Sixth Outline Level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  <a:p>
            <a:pPr lvl="6" marL="2340000" indent="-216000">
              <a:spcAft>
                <a:spcPts val="595"/>
              </a:spcAft>
              <a:buClr>
                <a:srgbClr val="4a5360"/>
              </a:buClr>
              <a:buFont typeface="DejaVu Sans"/>
              <a:buChar char="•"/>
            </a:pPr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Seventh Outline Level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ftr" idx="1"/>
          </p:nvPr>
        </p:nvSpPr>
        <p:spPr>
          <a:xfrm>
            <a:off x="115200" y="4906800"/>
            <a:ext cx="576000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>
              <a:buNone/>
              <a:defRPr b="0" lang="en-US" sz="1110" spc="-1" strike="noStrike">
                <a:solidFill>
                  <a:srgbClr val="005aab"/>
                </a:solidFill>
                <a:latin typeface="Fira Sans Book"/>
              </a:defRPr>
            </a:lvl1pPr>
          </a:lstStyle>
          <a:p>
            <a:pPr indent="0">
              <a:buNone/>
            </a:pPr>
            <a:r>
              <a:rPr b="0" lang="en-US" sz="1110" spc="-1" strike="noStrike">
                <a:solidFill>
                  <a:srgbClr val="005aab"/>
                </a:solidFill>
                <a:latin typeface="Fira Sans Book"/>
              </a:rPr>
              <a:t>&lt;footer&gt;</a:t>
            </a:r>
            <a:endParaRPr b="0" lang="en-US" sz="1110" spc="-1" strike="noStrike">
              <a:solidFill>
                <a:srgbClr val="005aab"/>
              </a:solidFill>
              <a:latin typeface="Fira Sans Book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sldNum" idx="2"/>
          </p:nvPr>
        </p:nvSpPr>
        <p:spPr>
          <a:xfrm>
            <a:off x="7588800" y="4906800"/>
            <a:ext cx="144000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>
              <a:buNone/>
              <a:defRPr b="0" lang="en-US" sz="1110" spc="-1" strike="noStrike">
                <a:solidFill>
                  <a:srgbClr val="005aab"/>
                </a:solidFill>
                <a:latin typeface="Fira Sans Book"/>
              </a:defRPr>
            </a:lvl1pPr>
          </a:lstStyle>
          <a:p>
            <a:pPr indent="0" algn="r">
              <a:buNone/>
            </a:pPr>
            <a:fld id="{6529C087-A7D5-4618-9699-C08297EC764E}" type="slidenum">
              <a:rPr b="0" lang="en-US" sz="1110" spc="-1" strike="noStrike">
                <a:solidFill>
                  <a:srgbClr val="005aab"/>
                </a:solidFill>
                <a:latin typeface="Fira Sans Book"/>
              </a:rPr>
              <a:t>&lt;number&gt;</a:t>
            </a:fld>
            <a:r>
              <a:rPr b="0" lang="en-US" sz="1110" spc="-1" strike="noStrike">
                <a:solidFill>
                  <a:srgbClr val="005aab"/>
                </a:solidFill>
                <a:latin typeface="Fira Sans Book"/>
              </a:rPr>
              <a:t>/</a:t>
            </a:r>
            <a:fld id="{30F5BF03-802A-4173-8152-ADB91D2E14E6}" type="slidecount">
              <a:rPr b="0" lang="en-US" sz="1110" spc="-1" strike="noStrike">
                <a:solidFill>
                  <a:srgbClr val="005aab"/>
                </a:solidFill>
                <a:latin typeface="Fira Sans Book"/>
              </a:rPr>
              <a:t>10</a:t>
            </a:fld>
            <a:endParaRPr b="0" lang="en-US" sz="1110" spc="-1" strike="noStrike">
              <a:solidFill>
                <a:srgbClr val="005aab"/>
              </a:solidFill>
              <a:latin typeface="Fira Sans Book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2" r:id="rId3"/>
    <p:sldLayoutId id="2147483653" r:id="rId4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"/>
          <p:cNvSpPr/>
          <p:nvPr/>
        </p:nvSpPr>
        <p:spPr>
          <a:xfrm>
            <a:off x="0" y="0"/>
            <a:ext cx="3290400" cy="5143680"/>
          </a:xfrm>
          <a:prstGeom prst="rect">
            <a:avLst/>
          </a:prstGeom>
          <a:solidFill>
            <a:srgbClr val="005a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20" name=""/>
          <p:cNvSpPr/>
          <p:nvPr/>
        </p:nvSpPr>
        <p:spPr>
          <a:xfrm>
            <a:off x="3290400" y="0"/>
            <a:ext cx="46800" cy="5143680"/>
          </a:xfrm>
          <a:prstGeom prst="rect">
            <a:avLst/>
          </a:prstGeom>
          <a:solidFill>
            <a:srgbClr val="e8a3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pic>
        <p:nvPicPr>
          <p:cNvPr id="21" name="" descr=""/>
          <p:cNvPicPr/>
          <p:nvPr/>
        </p:nvPicPr>
        <p:blipFill>
          <a:blip r:embed="rId2"/>
          <a:stretch/>
        </p:blipFill>
        <p:spPr>
          <a:xfrm>
            <a:off x="8409600" y="4406400"/>
            <a:ext cx="572400" cy="572400"/>
          </a:xfrm>
          <a:prstGeom prst="rect">
            <a:avLst/>
          </a:prstGeom>
          <a:ln w="0">
            <a:noFill/>
          </a:ln>
        </p:spPr>
      </p:pic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3819600" y="1440000"/>
            <a:ext cx="5112000" cy="223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1" lang="en-US" sz="2730" spc="-1" strike="noStrike">
                <a:solidFill>
                  <a:srgbClr val="003d75"/>
                </a:solidFill>
                <a:latin typeface="Fira Sans"/>
              </a:rPr>
              <a:t>Click to edit the title text format</a:t>
            </a:r>
            <a:endParaRPr b="1" lang="en-US" sz="2730" spc="-1" strike="noStrike">
              <a:solidFill>
                <a:srgbClr val="003d75"/>
              </a:solidFill>
              <a:latin typeface="Fira Sans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3819600" y="3744000"/>
            <a:ext cx="5112000" cy="54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55600" indent="-255600">
              <a:spcAft>
                <a:spcPts val="595"/>
              </a:spcAft>
              <a:buClr>
                <a:srgbClr val="4b75ba"/>
              </a:buClr>
              <a:buSzPct val="62000"/>
              <a:buFont typeface="DejaVu Sans"/>
              <a:buChar char="▶"/>
            </a:pPr>
            <a:r>
              <a:rPr b="0" lang="en-US" sz="1580" spc="-1" strike="noStrike">
                <a:solidFill>
                  <a:srgbClr val="212121"/>
                </a:solidFill>
                <a:latin typeface="Fira Sans Book"/>
              </a:rPr>
              <a:t>Click to edit the outline text format</a:t>
            </a:r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  <a:p>
            <a:pPr lvl="1" marL="658800" indent="-244800">
              <a:spcAft>
                <a:spcPts val="595"/>
              </a:spcAft>
              <a:buClr>
                <a:srgbClr val="e8a317"/>
              </a:buClr>
              <a:buFont typeface="DejaVu Sans"/>
              <a:buChar char="−"/>
            </a:pPr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Second Outline Level</a:t>
            </a:r>
            <a:endParaRPr b="0" lang="en-US" sz="1420" spc="-1" strike="noStrike">
              <a:solidFill>
                <a:srgbClr val="212121"/>
              </a:solidFill>
              <a:latin typeface="Fira Sans Book"/>
            </a:endParaRPr>
          </a:p>
          <a:p>
            <a:pPr lvl="2" marL="1044000" indent="-216000">
              <a:spcAft>
                <a:spcPts val="595"/>
              </a:spcAft>
              <a:buClr>
                <a:srgbClr val="4a5360"/>
              </a:buClr>
              <a:buFont typeface="DejaVu Sans"/>
              <a:buChar char="•"/>
            </a:pPr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Third Outline Level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  <a:p>
            <a:pPr lvl="3" marL="1368000" indent="-216000">
              <a:spcAft>
                <a:spcPts val="595"/>
              </a:spcAft>
              <a:buClr>
                <a:srgbClr val="4a5360"/>
              </a:buClr>
              <a:buFont typeface="DejaVu Sans"/>
              <a:buChar char="•"/>
            </a:pPr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Fourth Outline Level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  <a:p>
            <a:pPr lvl="4" marL="1692000" indent="-216000">
              <a:spcAft>
                <a:spcPts val="595"/>
              </a:spcAft>
              <a:buClr>
                <a:srgbClr val="4a5360"/>
              </a:buClr>
              <a:buFont typeface="DejaVu Sans"/>
              <a:buChar char="•"/>
            </a:pPr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Fifth Outline Level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  <a:p>
            <a:pPr lvl="5" marL="2016000" indent="-216000">
              <a:spcAft>
                <a:spcPts val="595"/>
              </a:spcAft>
              <a:buClr>
                <a:srgbClr val="4a5360"/>
              </a:buClr>
              <a:buFont typeface="DejaVu Sans"/>
              <a:buChar char="•"/>
            </a:pPr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Sixth Outline Level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  <a:p>
            <a:pPr lvl="6" marL="2340000" indent="-216000">
              <a:spcAft>
                <a:spcPts val="595"/>
              </a:spcAft>
              <a:buClr>
                <a:srgbClr val="4a5360"/>
              </a:buClr>
              <a:buFont typeface="DejaVu Sans"/>
              <a:buChar char="•"/>
            </a:pPr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Seventh Outline Level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572400" y="918000"/>
            <a:ext cx="7200000" cy="43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1" lang="en-US" sz="2280" spc="-1" strike="noStrike">
                <a:solidFill>
                  <a:srgbClr val="212121"/>
                </a:solidFill>
                <a:latin typeface="Fira Sans"/>
              </a:rPr>
              <a:t>Judul Presentasi Anda</a:t>
            </a:r>
            <a:endParaRPr b="1" lang="en-US" sz="2280" spc="-1" strike="noStrike">
              <a:solidFill>
                <a:srgbClr val="212121"/>
              </a:solidFill>
              <a:latin typeface="Fira Sans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subTitle"/>
          </p:nvPr>
        </p:nvSpPr>
        <p:spPr>
          <a:xfrm>
            <a:off x="572400" y="1432800"/>
            <a:ext cx="77400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900" spc="-1" strike="noStrike">
                <a:solidFill>
                  <a:srgbClr val="212121"/>
                </a:solidFill>
                <a:latin typeface="Fira Sans Book"/>
              </a:rPr>
              <a:t>Subjudul, mis. tinjauan pustaka sistematis (Kitchenham), 2021–2026</a:t>
            </a:r>
            <a:endParaRPr b="0" lang="en-US" sz="190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572400" y="2505600"/>
            <a:ext cx="6480000" cy="25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Nama Anda · NIM</a:t>
            </a:r>
            <a:endParaRPr b="0" lang="en-US" sz="142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572400" y="2844000"/>
            <a:ext cx="6480000" cy="216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Promotor: Prof. Dr. Nama Promotor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29" name=""/>
          <p:cNvSpPr txBox="1"/>
          <p:nvPr/>
        </p:nvSpPr>
        <p:spPr>
          <a:xfrm>
            <a:off x="572400" y="3099600"/>
            <a:ext cx="6480000" cy="216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Ko-promotor: Dr. Nama Ko-promotor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30" name=""/>
          <p:cNvSpPr txBox="1"/>
          <p:nvPr/>
        </p:nvSpPr>
        <p:spPr>
          <a:xfrm>
            <a:off x="572400" y="3373200"/>
            <a:ext cx="6480000" cy="25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Oktober 2026</a:t>
            </a:r>
            <a:endParaRPr b="0" lang="en-US" sz="142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31" name=""/>
          <p:cNvSpPr txBox="1"/>
          <p:nvPr/>
        </p:nvSpPr>
        <p:spPr>
          <a:xfrm>
            <a:off x="572400" y="3765600"/>
            <a:ext cx="6480000" cy="396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212121"/>
                </a:solidFill>
                <a:latin typeface="Fira Sans Book"/>
              </a:rPr>
              <a:t>Program Doktor Teknik Elektro dan Informatika</a:t>
            </a:r>
            <a:endParaRPr b="0" lang="en-US" sz="1110" spc="-1" strike="noStrike">
              <a:solidFill>
                <a:srgbClr val="212121"/>
              </a:solidFill>
              <a:latin typeface="Fira Sans Book"/>
            </a:endParaRPr>
          </a:p>
          <a:p>
            <a:r>
              <a:rPr b="0" lang="en-US" sz="1110" spc="-1" strike="noStrike">
                <a:solidFill>
                  <a:srgbClr val="212121"/>
                </a:solidFill>
                <a:latin typeface="Fira Sans Book"/>
              </a:rPr>
              <a:t>Sekolah Teknik Elektro dan Informatika, Institut Teknologi Bandung</a:t>
            </a:r>
            <a:endParaRPr b="0" lang="en-US" sz="1110" spc="-1" strike="noStrike">
              <a:solidFill>
                <a:srgbClr val="212121"/>
              </a:solidFill>
              <a:latin typeface="Fira Sans Book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198000" y="0"/>
            <a:ext cx="8064000" cy="55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1" lang="en-US" sz="1900" spc="-1" strike="noStrike">
                <a:solidFill>
                  <a:srgbClr val="ffffff"/>
                </a:solidFill>
                <a:latin typeface="Fira Sans"/>
              </a:rPr>
              <a:t>Agenda</a:t>
            </a:r>
            <a:endParaRPr b="1" lang="en-US" sz="190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33" name=""/>
          <p:cNvSpPr/>
          <p:nvPr/>
        </p:nvSpPr>
        <p:spPr>
          <a:xfrm>
            <a:off x="0" y="558000"/>
            <a:ext cx="1523880" cy="7920"/>
          </a:xfrm>
          <a:prstGeom prst="rect">
            <a:avLst/>
          </a:prstGeom>
          <a:solidFill>
            <a:srgbClr val="e8a31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34" name=""/>
          <p:cNvSpPr/>
          <p:nvPr/>
        </p:nvSpPr>
        <p:spPr>
          <a:xfrm>
            <a:off x="1220400" y="1692000"/>
            <a:ext cx="3060000" cy="486000"/>
          </a:xfrm>
          <a:prstGeom prst="roundRect">
            <a:avLst>
              <a:gd name="adj" fmla="val 16296"/>
            </a:avLst>
          </a:prstGeom>
          <a:solidFill>
            <a:srgbClr val="ebf2f8"/>
          </a:solidFill>
          <a:ln w="7920">
            <a:solidFill>
              <a:srgbClr val="99b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0800" rIns="100800" tIns="0" bIns="0" anchor="ctr">
            <a:noAutofit/>
          </a:bodyPr>
          <a:p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Latar belakang</a:t>
            </a:r>
            <a:endParaRPr b="0" lang="en-US" sz="142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35" name=""/>
          <p:cNvSpPr/>
          <p:nvPr/>
        </p:nvSpPr>
        <p:spPr>
          <a:xfrm>
            <a:off x="745200" y="1758600"/>
            <a:ext cx="352800" cy="352800"/>
          </a:xfrm>
          <a:prstGeom prst="ellipse">
            <a:avLst/>
          </a:prstGeom>
          <a:solidFill>
            <a:srgbClr val="005aa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/>
            <a:r>
              <a:rPr b="1" lang="en-US" sz="1420" spc="-1" strike="noStrike">
                <a:solidFill>
                  <a:srgbClr val="ffffff"/>
                </a:solidFill>
                <a:latin typeface="Fira Sans"/>
              </a:rPr>
              <a:t>1</a:t>
            </a:r>
            <a:endParaRPr b="1" lang="en-US" sz="142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36" name=""/>
          <p:cNvSpPr/>
          <p:nvPr/>
        </p:nvSpPr>
        <p:spPr>
          <a:xfrm>
            <a:off x="1220400" y="2246400"/>
            <a:ext cx="3060000" cy="630000"/>
          </a:xfrm>
          <a:prstGeom prst="roundRect">
            <a:avLst>
              <a:gd name="adj" fmla="val 12569"/>
            </a:avLst>
          </a:prstGeom>
          <a:solidFill>
            <a:srgbClr val="ebf2f8"/>
          </a:solidFill>
          <a:ln w="7920">
            <a:solidFill>
              <a:srgbClr val="99b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0800" rIns="100800" tIns="0" bIns="0" anchor="ctr">
            <a:noAutofit/>
          </a:bodyPr>
          <a:p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Masalah dan pertanyaan penelitian</a:t>
            </a:r>
            <a:endParaRPr b="0" lang="en-US" sz="142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37" name=""/>
          <p:cNvSpPr/>
          <p:nvPr/>
        </p:nvSpPr>
        <p:spPr>
          <a:xfrm>
            <a:off x="745200" y="2385000"/>
            <a:ext cx="352800" cy="352800"/>
          </a:xfrm>
          <a:prstGeom prst="ellipse">
            <a:avLst/>
          </a:prstGeom>
          <a:solidFill>
            <a:srgbClr val="005aa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/>
            <a:r>
              <a:rPr b="1" lang="en-US" sz="1420" spc="-1" strike="noStrike">
                <a:solidFill>
                  <a:srgbClr val="ffffff"/>
                </a:solidFill>
                <a:latin typeface="Fira Sans"/>
              </a:rPr>
              <a:t>2</a:t>
            </a:r>
            <a:endParaRPr b="1" lang="en-US" sz="142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38" name=""/>
          <p:cNvSpPr/>
          <p:nvPr/>
        </p:nvSpPr>
        <p:spPr>
          <a:xfrm>
            <a:off x="1220400" y="2948400"/>
            <a:ext cx="3060000" cy="486000"/>
          </a:xfrm>
          <a:prstGeom prst="roundRect">
            <a:avLst>
              <a:gd name="adj" fmla="val 16296"/>
            </a:avLst>
          </a:prstGeom>
          <a:solidFill>
            <a:srgbClr val="ebf2f8"/>
          </a:solidFill>
          <a:ln w="7920">
            <a:solidFill>
              <a:srgbClr val="99b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0800" rIns="100800" tIns="0" bIns="0" anchor="ctr">
            <a:noAutofit/>
          </a:bodyPr>
          <a:p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Metode</a:t>
            </a:r>
            <a:endParaRPr b="0" lang="en-US" sz="142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39" name=""/>
          <p:cNvSpPr/>
          <p:nvPr/>
        </p:nvSpPr>
        <p:spPr>
          <a:xfrm>
            <a:off x="745200" y="3015000"/>
            <a:ext cx="352800" cy="352800"/>
          </a:xfrm>
          <a:prstGeom prst="ellipse">
            <a:avLst/>
          </a:prstGeom>
          <a:solidFill>
            <a:srgbClr val="005aa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/>
            <a:r>
              <a:rPr b="1" lang="en-US" sz="1420" spc="-1" strike="noStrike">
                <a:solidFill>
                  <a:srgbClr val="ffffff"/>
                </a:solidFill>
                <a:latin typeface="Fira Sans"/>
              </a:rPr>
              <a:t>3</a:t>
            </a:r>
            <a:endParaRPr b="1" lang="en-US" sz="142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40" name=""/>
          <p:cNvSpPr/>
          <p:nvPr/>
        </p:nvSpPr>
        <p:spPr>
          <a:xfrm>
            <a:off x="1220400" y="3574800"/>
            <a:ext cx="3060000" cy="486000"/>
          </a:xfrm>
          <a:prstGeom prst="roundRect">
            <a:avLst>
              <a:gd name="adj" fmla="val 16296"/>
            </a:avLst>
          </a:prstGeom>
          <a:solidFill>
            <a:srgbClr val="ebf2f8"/>
          </a:solidFill>
          <a:ln w="7920">
            <a:solidFill>
              <a:srgbClr val="99b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0800" rIns="100800" tIns="0" bIns="0" anchor="ctr">
            <a:noAutofit/>
          </a:bodyPr>
          <a:p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Hasil RQ1</a:t>
            </a:r>
            <a:endParaRPr b="0" lang="en-US" sz="142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41" name=""/>
          <p:cNvSpPr/>
          <p:nvPr/>
        </p:nvSpPr>
        <p:spPr>
          <a:xfrm>
            <a:off x="745200" y="3641400"/>
            <a:ext cx="352800" cy="352800"/>
          </a:xfrm>
          <a:prstGeom prst="ellipse">
            <a:avLst/>
          </a:prstGeom>
          <a:solidFill>
            <a:srgbClr val="005aa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/>
            <a:r>
              <a:rPr b="1" lang="en-US" sz="1420" spc="-1" strike="noStrike">
                <a:solidFill>
                  <a:srgbClr val="ffffff"/>
                </a:solidFill>
                <a:latin typeface="Fira Sans"/>
              </a:rPr>
              <a:t>4</a:t>
            </a:r>
            <a:endParaRPr b="1" lang="en-US" sz="142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42" name=""/>
          <p:cNvSpPr/>
          <p:nvPr/>
        </p:nvSpPr>
        <p:spPr>
          <a:xfrm>
            <a:off x="5335200" y="1692000"/>
            <a:ext cx="3060000" cy="486000"/>
          </a:xfrm>
          <a:prstGeom prst="roundRect">
            <a:avLst>
              <a:gd name="adj" fmla="val 16296"/>
            </a:avLst>
          </a:prstGeom>
          <a:solidFill>
            <a:srgbClr val="ebf2f8"/>
          </a:solidFill>
          <a:ln w="7920">
            <a:solidFill>
              <a:srgbClr val="99b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0800" rIns="100800" tIns="0" bIns="0" anchor="ctr">
            <a:noAutofit/>
          </a:bodyPr>
          <a:p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Hasil RQ2</a:t>
            </a:r>
            <a:endParaRPr b="0" lang="en-US" sz="142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43" name=""/>
          <p:cNvSpPr/>
          <p:nvPr/>
        </p:nvSpPr>
        <p:spPr>
          <a:xfrm>
            <a:off x="4860000" y="1758600"/>
            <a:ext cx="352800" cy="352800"/>
          </a:xfrm>
          <a:prstGeom prst="ellipse">
            <a:avLst/>
          </a:prstGeom>
          <a:solidFill>
            <a:srgbClr val="005aa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/>
            <a:r>
              <a:rPr b="1" lang="en-US" sz="1420" spc="-1" strike="noStrike">
                <a:solidFill>
                  <a:srgbClr val="ffffff"/>
                </a:solidFill>
                <a:latin typeface="Fira Sans"/>
              </a:rPr>
              <a:t>5</a:t>
            </a:r>
            <a:endParaRPr b="1" lang="en-US" sz="142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44" name=""/>
          <p:cNvSpPr/>
          <p:nvPr/>
        </p:nvSpPr>
        <p:spPr>
          <a:xfrm>
            <a:off x="5335200" y="2318400"/>
            <a:ext cx="3060000" cy="486000"/>
          </a:xfrm>
          <a:prstGeom prst="roundRect">
            <a:avLst>
              <a:gd name="adj" fmla="val 16296"/>
            </a:avLst>
          </a:prstGeom>
          <a:solidFill>
            <a:srgbClr val="ebf2f8"/>
          </a:solidFill>
          <a:ln w="7920">
            <a:solidFill>
              <a:srgbClr val="99b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0800" rIns="100800" tIns="0" bIns="0" anchor="ctr">
            <a:noAutofit/>
          </a:bodyPr>
          <a:p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Hasil RQ3</a:t>
            </a:r>
            <a:endParaRPr b="0" lang="en-US" sz="142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45" name=""/>
          <p:cNvSpPr/>
          <p:nvPr/>
        </p:nvSpPr>
        <p:spPr>
          <a:xfrm>
            <a:off x="4860000" y="2385000"/>
            <a:ext cx="352800" cy="352800"/>
          </a:xfrm>
          <a:prstGeom prst="ellipse">
            <a:avLst/>
          </a:prstGeom>
          <a:solidFill>
            <a:srgbClr val="005aa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/>
            <a:r>
              <a:rPr b="1" lang="en-US" sz="1420" spc="-1" strike="noStrike">
                <a:solidFill>
                  <a:srgbClr val="ffffff"/>
                </a:solidFill>
                <a:latin typeface="Fira Sans"/>
              </a:rPr>
              <a:t>6</a:t>
            </a:r>
            <a:endParaRPr b="1" lang="en-US" sz="142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46" name=""/>
          <p:cNvSpPr/>
          <p:nvPr/>
        </p:nvSpPr>
        <p:spPr>
          <a:xfrm>
            <a:off x="5335200" y="2948400"/>
            <a:ext cx="3060000" cy="486000"/>
          </a:xfrm>
          <a:prstGeom prst="roundRect">
            <a:avLst>
              <a:gd name="adj" fmla="val 16296"/>
            </a:avLst>
          </a:prstGeom>
          <a:solidFill>
            <a:srgbClr val="ebf2f8"/>
          </a:solidFill>
          <a:ln w="7920">
            <a:solidFill>
              <a:srgbClr val="99b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0800" rIns="100800" tIns="0" bIns="0" anchor="ctr">
            <a:noAutofit/>
          </a:bodyPr>
          <a:p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Celah riset dan model</a:t>
            </a:r>
            <a:endParaRPr b="0" lang="en-US" sz="142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47" name=""/>
          <p:cNvSpPr/>
          <p:nvPr/>
        </p:nvSpPr>
        <p:spPr>
          <a:xfrm>
            <a:off x="4860000" y="3015000"/>
            <a:ext cx="352800" cy="352800"/>
          </a:xfrm>
          <a:prstGeom prst="ellipse">
            <a:avLst/>
          </a:prstGeom>
          <a:solidFill>
            <a:srgbClr val="005aa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/>
            <a:r>
              <a:rPr b="1" lang="en-US" sz="1420" spc="-1" strike="noStrike">
                <a:solidFill>
                  <a:srgbClr val="ffffff"/>
                </a:solidFill>
                <a:latin typeface="Fira Sans"/>
              </a:rPr>
              <a:t>7</a:t>
            </a:r>
            <a:endParaRPr b="1" lang="en-US" sz="142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48" name=""/>
          <p:cNvSpPr/>
          <p:nvPr/>
        </p:nvSpPr>
        <p:spPr>
          <a:xfrm>
            <a:off x="5335200" y="3574800"/>
            <a:ext cx="3060000" cy="486000"/>
          </a:xfrm>
          <a:prstGeom prst="roundRect">
            <a:avLst>
              <a:gd name="adj" fmla="val 16296"/>
            </a:avLst>
          </a:prstGeom>
          <a:solidFill>
            <a:srgbClr val="ebf2f8"/>
          </a:solidFill>
          <a:ln w="7920">
            <a:solidFill>
              <a:srgbClr val="99bd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0800" rIns="100800" tIns="0" bIns="0" anchor="ctr">
            <a:noAutofit/>
          </a:bodyPr>
          <a:p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Validitas dan langkah berikutnya</a:t>
            </a:r>
            <a:endParaRPr b="0" lang="en-US" sz="142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49" name=""/>
          <p:cNvSpPr/>
          <p:nvPr/>
        </p:nvSpPr>
        <p:spPr>
          <a:xfrm>
            <a:off x="4860000" y="3641400"/>
            <a:ext cx="352800" cy="352800"/>
          </a:xfrm>
          <a:prstGeom prst="ellipse">
            <a:avLst/>
          </a:prstGeom>
          <a:solidFill>
            <a:srgbClr val="005aa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/>
            <a:r>
              <a:rPr b="1" lang="en-US" sz="1420" spc="-1" strike="noStrike">
                <a:solidFill>
                  <a:srgbClr val="ffffff"/>
                </a:solidFill>
                <a:latin typeface="Fira Sans"/>
              </a:rPr>
              <a:t>8</a:t>
            </a:r>
            <a:endParaRPr b="1" lang="en-US" sz="142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Nama Anda · Judul Presentasi Anda · STEI ITB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A53F8CD-061D-4B0E-B18C-A685ED716F2D}" type="slidenum">
              <a:t>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"/>
          <p:cNvSpPr txBox="1"/>
          <p:nvPr/>
        </p:nvSpPr>
        <p:spPr>
          <a:xfrm>
            <a:off x="0" y="1429200"/>
            <a:ext cx="3290400" cy="1656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/>
            <a:r>
              <a:rPr b="1" lang="en-US" sz="10100" spc="-1" strike="noStrike">
                <a:solidFill>
                  <a:srgbClr val="ffffff"/>
                </a:solidFill>
                <a:latin typeface="Fira Sans"/>
              </a:rPr>
              <a:t>1</a:t>
            </a:r>
            <a:endParaRPr b="1" lang="en-US" sz="1010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51" name=""/>
          <p:cNvSpPr txBox="1"/>
          <p:nvPr/>
        </p:nvSpPr>
        <p:spPr>
          <a:xfrm>
            <a:off x="0" y="3070800"/>
            <a:ext cx="3290400" cy="25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/>
            <a:r>
              <a:rPr b="0" lang="en-US" sz="1420" spc="-1" strike="noStrike">
                <a:solidFill>
                  <a:srgbClr val="ffffff"/>
                </a:solidFill>
                <a:latin typeface="Fira Sans Book"/>
              </a:rPr>
              <a:t>Bagian 1</a:t>
            </a:r>
            <a:endParaRPr b="0" lang="en-US" sz="1420" spc="-1" strike="noStrike">
              <a:solidFill>
                <a:srgbClr val="ffffff"/>
              </a:solidFill>
              <a:latin typeface="Fira Sans Book"/>
            </a:endParaRPr>
          </a:p>
        </p:txBody>
      </p:sp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3819600" y="1440000"/>
            <a:ext cx="5112000" cy="223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1" lang="en-US" sz="2730" spc="-1" strike="noStrike">
                <a:solidFill>
                  <a:srgbClr val="003d75"/>
                </a:solidFill>
                <a:latin typeface="Fira Sans"/>
              </a:rPr>
              <a:t>Latar belakang</a:t>
            </a:r>
            <a:endParaRPr b="1" lang="en-US" sz="2730" spc="-1" strike="noStrike">
              <a:solidFill>
                <a:srgbClr val="003d75"/>
              </a:solidFill>
              <a:latin typeface="Fira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198000" y="0"/>
            <a:ext cx="8064000" cy="55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1" lang="en-US" sz="1900" spc="-1" strike="noStrike">
                <a:solidFill>
                  <a:srgbClr val="ffffff"/>
                </a:solidFill>
                <a:latin typeface="Fira Sans"/>
              </a:rPr>
              <a:t>Slide berisi butir</a:t>
            </a:r>
            <a:endParaRPr b="1" lang="en-US" sz="190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54" name=""/>
          <p:cNvSpPr/>
          <p:nvPr/>
        </p:nvSpPr>
        <p:spPr>
          <a:xfrm>
            <a:off x="0" y="558000"/>
            <a:ext cx="3048120" cy="7920"/>
          </a:xfrm>
          <a:prstGeom prst="rect">
            <a:avLst/>
          </a:prstGeom>
          <a:solidFill>
            <a:srgbClr val="e8a31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/>
          </p:nvPr>
        </p:nvSpPr>
        <p:spPr>
          <a:xfrm>
            <a:off x="716400" y="1692000"/>
            <a:ext cx="7920000" cy="144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55600" indent="-255600">
              <a:spcAft>
                <a:spcPts val="595"/>
              </a:spcAft>
              <a:buClr>
                <a:srgbClr val="4b75ba"/>
              </a:buClr>
              <a:buSzPct val="62000"/>
              <a:buFont typeface="DejaVu Sans"/>
              <a:buChar char="▶"/>
            </a:pPr>
            <a:r>
              <a:rPr b="0" lang="en-US" sz="1580" spc="-1" strike="noStrike">
                <a:solidFill>
                  <a:srgbClr val="212121"/>
                </a:solidFill>
                <a:latin typeface="Fira Sans Book"/>
              </a:rPr>
              <a:t>Butir pertama dengan </a:t>
            </a:r>
            <a:r>
              <a:rPr b="1" lang="en-US" sz="1580" spc="-1" strike="noStrike">
                <a:solidFill>
                  <a:srgbClr val="005aab"/>
                </a:solidFill>
                <a:latin typeface="Fira Sans"/>
              </a:rPr>
              <a:t>istilah kunci</a:t>
            </a:r>
            <a:r>
              <a:rPr b="0" lang="en-US" sz="1580" spc="-1" strike="noStrike">
                <a:solidFill>
                  <a:srgbClr val="212121"/>
                </a:solidFill>
                <a:latin typeface="Fira Sans Book"/>
              </a:rPr>
              <a:t> dan </a:t>
            </a:r>
            <a:r>
              <a:rPr b="0" i="1" lang="en-US" sz="1580" spc="-1" strike="noStrike">
                <a:solidFill>
                  <a:srgbClr val="212121"/>
                </a:solidFill>
                <a:latin typeface="Fira Sans Book"/>
              </a:rPr>
              <a:t>istilah asing</a:t>
            </a:r>
            <a:r>
              <a:rPr b="0" lang="en-US" sz="1580" spc="-1" strike="noStrike">
                <a:solidFill>
                  <a:srgbClr val="212121"/>
                </a:solidFill>
                <a:latin typeface="Fira Sans Book"/>
              </a:rPr>
              <a:t>.</a:t>
            </a:r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  <a:p>
            <a:pPr marL="255600" indent="-255600">
              <a:spcAft>
                <a:spcPts val="595"/>
              </a:spcAft>
              <a:buClr>
                <a:srgbClr val="4b75ba"/>
              </a:buClr>
              <a:buSzPct val="62000"/>
              <a:buFont typeface="DejaVu Sans"/>
              <a:buChar char="▶"/>
            </a:pPr>
            <a:r>
              <a:rPr b="0" lang="en-US" sz="1580" spc="-1" strike="noStrike">
                <a:solidFill>
                  <a:srgbClr val="212121"/>
                </a:solidFill>
                <a:latin typeface="Fira Sans Book"/>
              </a:rPr>
              <a:t>Butir kedua dengan </a:t>
            </a:r>
            <a:r>
              <a:rPr b="0" lang="en-US" sz="1580" spc="-1" strike="noStrike">
                <a:solidFill>
                  <a:srgbClr val="b4321c"/>
                </a:solidFill>
                <a:latin typeface="Fira Sans Book"/>
              </a:rPr>
              <a:t>penekanan merah</a:t>
            </a:r>
            <a:r>
              <a:rPr b="0" lang="en-US" sz="1580" spc="-1" strike="noStrike">
                <a:solidFill>
                  <a:srgbClr val="212121"/>
                </a:solidFill>
                <a:latin typeface="Fira Sans Book"/>
              </a:rPr>
              <a:t>.</a:t>
            </a:r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  <a:p>
            <a:pPr lvl="1" marL="658800" indent="-244800">
              <a:spcAft>
                <a:spcPts val="567"/>
              </a:spcAft>
              <a:buClr>
                <a:srgbClr val="e8a317"/>
              </a:buClr>
              <a:buFont typeface="DejaVu Sans"/>
              <a:buChar char="−"/>
            </a:pPr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Sub-butir memakai tanda emas.</a:t>
            </a:r>
            <a:endParaRPr b="0" lang="en-US" sz="1420" spc="-1" strike="noStrike">
              <a:solidFill>
                <a:srgbClr val="212121"/>
              </a:solidFill>
              <a:latin typeface="Fira Sans Book"/>
            </a:endParaRPr>
          </a:p>
          <a:p>
            <a:pPr marL="255600" indent="-255600">
              <a:spcAft>
                <a:spcPts val="595"/>
              </a:spcAft>
              <a:buClr>
                <a:srgbClr val="4b75ba"/>
              </a:buClr>
              <a:buSzPct val="62000"/>
              <a:buFont typeface="DejaVu Sans"/>
              <a:buChar char="▶"/>
            </a:pPr>
            <a:r>
              <a:rPr b="0" lang="en-US" sz="1580" spc="-1" strike="noStrike">
                <a:solidFill>
                  <a:srgbClr val="212121"/>
                </a:solidFill>
                <a:latin typeface="Fira Sans Book"/>
              </a:rPr>
              <a:t>Butir ketiga, cukup satu gagasan per butir.</a:t>
            </a:r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572400" y="3218400"/>
            <a:ext cx="7200000" cy="216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4a5360"/>
                </a:solidFill>
                <a:latin typeface="Fira Sans Book"/>
              </a:rPr>
              <a:t>Sumber: Penulis, Tahun; Penulis lain, Tahun</a:t>
            </a:r>
            <a:endParaRPr b="0" lang="en-US" sz="1110" spc="-1" strike="noStrike">
              <a:solidFill>
                <a:srgbClr val="4a5360"/>
              </a:solidFill>
              <a:latin typeface="Fira Sans Book"/>
            </a:endParaRPr>
          </a:p>
        </p:txBody>
      </p:sp>
      <p:grpSp>
        <p:nvGrpSpPr>
          <p:cNvPr id="57" name=""/>
          <p:cNvGrpSpPr/>
          <p:nvPr/>
        </p:nvGrpSpPr>
        <p:grpSpPr>
          <a:xfrm>
            <a:off x="572400" y="3520800"/>
            <a:ext cx="8002800" cy="637200"/>
            <a:chOff x="572400" y="3520800"/>
            <a:chExt cx="8002800" cy="637200"/>
          </a:xfrm>
        </p:grpSpPr>
        <p:sp>
          <p:nvSpPr>
            <p:cNvPr id="58" name=""/>
            <p:cNvSpPr/>
            <p:nvPr/>
          </p:nvSpPr>
          <p:spPr>
            <a:xfrm>
              <a:off x="572400" y="3520800"/>
              <a:ext cx="8002800" cy="306000"/>
            </a:xfrm>
            <a:prstGeom prst="rect">
              <a:avLst/>
            </a:prstGeom>
            <a:solidFill>
              <a:srgbClr val="e0ebf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64800" rIns="64800" tIns="0" bIns="0" anchor="ctr">
              <a:noAutofit/>
            </a:bodyPr>
            <a:p>
              <a:r>
                <a:rPr b="1" lang="en-US" sz="1580" spc="-1" strike="noStrike">
                  <a:solidFill>
                    <a:srgbClr val="005aab"/>
                  </a:solidFill>
                  <a:latin typeface="Fira Sans"/>
                </a:rPr>
                <a:t>Intinya</a:t>
              </a:r>
              <a:endParaRPr b="1" lang="en-US" sz="1580" spc="-1" strike="noStrike">
                <a:solidFill>
                  <a:srgbClr val="005aab"/>
                </a:solidFill>
                <a:latin typeface="Fira Sans"/>
              </a:endParaRPr>
            </a:p>
          </p:txBody>
        </p:sp>
        <p:sp>
          <p:nvSpPr>
            <p:cNvPr id="59" name=""/>
            <p:cNvSpPr/>
            <p:nvPr/>
          </p:nvSpPr>
          <p:spPr>
            <a:xfrm>
              <a:off x="572400" y="3826800"/>
              <a:ext cx="8002800" cy="331200"/>
            </a:xfrm>
            <a:prstGeom prst="rect">
              <a:avLst/>
            </a:prstGeom>
            <a:solidFill>
              <a:srgbClr val="f2f7f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64800" rIns="64800" tIns="32400" bIns="32400" anchor="t">
              <a:noAutofit/>
            </a:bodyPr>
            <a:p>
              <a:r>
                <a:rPr b="0" lang="en-US" sz="1580" spc="-1" strike="noStrike">
                  <a:solidFill>
                    <a:srgbClr val="212121"/>
                  </a:solidFill>
                  <a:latin typeface="Fira Sans Book"/>
                </a:rPr>
                <a:t>Satu kalimat yang merangkum pesan utama slide ini.</a:t>
              </a:r>
              <a:endParaRPr b="0" lang="en-US" sz="1580" spc="-1" strike="noStrike">
                <a:solidFill>
                  <a:srgbClr val="212121"/>
                </a:solidFill>
                <a:latin typeface="Fira Sans Book"/>
              </a:endParaRPr>
            </a:p>
          </p:txBody>
        </p:sp>
      </p:grp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Nama Anda · Judul Presentasi Anda · STEI ITB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3B1849A-B7B3-411A-9924-2A70E11524E3}" type="slidenum">
              <a:t>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198000" y="0"/>
            <a:ext cx="8064000" cy="55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1" lang="en-US" sz="1900" spc="-1" strike="noStrike">
                <a:solidFill>
                  <a:srgbClr val="ffffff"/>
                </a:solidFill>
                <a:latin typeface="Fira Sans"/>
              </a:rPr>
              <a:t>Slide dua kolom dengan kartu</a:t>
            </a:r>
            <a:endParaRPr b="1" lang="en-US" sz="190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61" name=""/>
          <p:cNvSpPr/>
          <p:nvPr/>
        </p:nvSpPr>
        <p:spPr>
          <a:xfrm>
            <a:off x="0" y="558000"/>
            <a:ext cx="4572000" cy="7920"/>
          </a:xfrm>
          <a:prstGeom prst="rect">
            <a:avLst/>
          </a:prstGeom>
          <a:solidFill>
            <a:srgbClr val="e8a31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grpSp>
        <p:nvGrpSpPr>
          <p:cNvPr id="62" name=""/>
          <p:cNvGrpSpPr/>
          <p:nvPr/>
        </p:nvGrpSpPr>
        <p:grpSpPr>
          <a:xfrm>
            <a:off x="385200" y="1746000"/>
            <a:ext cx="4042800" cy="860400"/>
            <a:chOff x="385200" y="1746000"/>
            <a:chExt cx="4042800" cy="860400"/>
          </a:xfrm>
        </p:grpSpPr>
        <p:sp>
          <p:nvSpPr>
            <p:cNvPr id="63" name=""/>
            <p:cNvSpPr/>
            <p:nvPr/>
          </p:nvSpPr>
          <p:spPr>
            <a:xfrm>
              <a:off x="388800" y="2026800"/>
              <a:ext cx="4039200" cy="579600"/>
            </a:xfrm>
            <a:prstGeom prst="roundRect">
              <a:avLst>
                <a:gd name="adj" fmla="val 13667"/>
              </a:avLst>
            </a:prstGeom>
            <a:solidFill>
              <a:srgbClr val="ffffff"/>
            </a:solidFill>
            <a:ln w="16200">
              <a:solidFill>
                <a:srgbClr val="005aab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0800" rIns="100800" tIns="72000" bIns="36000" anchor="t">
              <a:noAutofit/>
            </a:bodyPr>
            <a:p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Isi kartu pertama. Pakai </a:t>
              </a:r>
              <a:r>
                <a:rPr b="1" lang="en-US" sz="1270" spc="-1" strike="noStrike">
                  <a:solidFill>
                    <a:srgbClr val="212121"/>
                  </a:solidFill>
                  <a:latin typeface="Fira Sans"/>
                </a:rPr>
                <a:t>tebal</a:t>
              </a:r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 untuk kata yang penting.</a:t>
              </a:r>
              <a:endParaRPr b="0" lang="en-US" sz="1270" spc="-1" strike="noStrike">
                <a:solidFill>
                  <a:srgbClr val="212121"/>
                </a:solidFill>
                <a:latin typeface="Fira Sans Book"/>
              </a:endParaRPr>
            </a:p>
          </p:txBody>
        </p:sp>
        <p:sp>
          <p:nvSpPr>
            <p:cNvPr id="64" name=""/>
            <p:cNvSpPr/>
            <p:nvPr/>
          </p:nvSpPr>
          <p:spPr>
            <a:xfrm>
              <a:off x="385200" y="1746000"/>
              <a:ext cx="3841200" cy="288000"/>
            </a:xfrm>
            <a:prstGeom prst="roundRect">
              <a:avLst>
                <a:gd name="adj" fmla="val 21250"/>
              </a:avLst>
            </a:prstGeom>
            <a:solidFill>
              <a:srgbClr val="005aa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61200" rIns="61200" tIns="0" bIns="0" anchor="ctr">
              <a:noAutofit/>
            </a:bodyPr>
            <a:p>
              <a:r>
                <a:rPr b="1" lang="en-US" sz="1270" spc="-1" strike="noStrike">
                  <a:solidFill>
                    <a:srgbClr val="ffffff"/>
                  </a:solidFill>
                  <a:latin typeface="Fira Sans"/>
                </a:rPr>
                <a:t>Topik</a:t>
              </a:r>
              <a:endParaRPr b="1" lang="en-US" sz="1270" spc="-1" strike="noStrike">
                <a:solidFill>
                  <a:srgbClr val="ffffff"/>
                </a:solidFill>
                <a:latin typeface="Fira Sans"/>
              </a:endParaRPr>
            </a:p>
          </p:txBody>
        </p:sp>
      </p:grpSp>
      <p:grpSp>
        <p:nvGrpSpPr>
          <p:cNvPr id="65" name=""/>
          <p:cNvGrpSpPr/>
          <p:nvPr/>
        </p:nvGrpSpPr>
        <p:grpSpPr>
          <a:xfrm>
            <a:off x="385200" y="2700000"/>
            <a:ext cx="4042800" cy="792000"/>
            <a:chOff x="385200" y="2700000"/>
            <a:chExt cx="4042800" cy="792000"/>
          </a:xfrm>
        </p:grpSpPr>
        <p:sp>
          <p:nvSpPr>
            <p:cNvPr id="66" name=""/>
            <p:cNvSpPr/>
            <p:nvPr/>
          </p:nvSpPr>
          <p:spPr>
            <a:xfrm>
              <a:off x="388800" y="2948400"/>
              <a:ext cx="4039200" cy="543600"/>
            </a:xfrm>
            <a:prstGeom prst="roundRect">
              <a:avLst>
                <a:gd name="adj" fmla="val 14569"/>
              </a:avLst>
            </a:prstGeom>
            <a:solidFill>
              <a:srgbClr val="ffffff"/>
            </a:solidFill>
            <a:ln w="16200">
              <a:solidFill>
                <a:srgbClr val="e8a31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0800" rIns="100800" tIns="72000" bIns="36000" anchor="t">
              <a:noAutofit/>
            </a:bodyPr>
            <a:p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Kartu dengan kepala emas untuk konteks atau catatan.</a:t>
              </a:r>
              <a:endParaRPr b="0" lang="en-US" sz="1270" spc="-1" strike="noStrike">
                <a:solidFill>
                  <a:srgbClr val="212121"/>
                </a:solidFill>
                <a:latin typeface="Fira Sans Book"/>
              </a:endParaRPr>
            </a:p>
          </p:txBody>
        </p:sp>
        <p:sp>
          <p:nvSpPr>
            <p:cNvPr id="67" name=""/>
            <p:cNvSpPr/>
            <p:nvPr/>
          </p:nvSpPr>
          <p:spPr>
            <a:xfrm>
              <a:off x="385200" y="2700000"/>
              <a:ext cx="3841200" cy="255600"/>
            </a:xfrm>
            <a:prstGeom prst="roundRect">
              <a:avLst>
                <a:gd name="adj" fmla="val 23944"/>
              </a:avLst>
            </a:prstGeom>
            <a:solidFill>
              <a:srgbClr val="e8a31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61200" rIns="61200" tIns="0" bIns="0" anchor="ctr">
              <a:noAutofit/>
            </a:bodyPr>
            <a:p>
              <a:r>
                <a:rPr b="1" lang="en-US" sz="1270" spc="-1" strike="noStrike">
                  <a:solidFill>
                    <a:srgbClr val="ffffff"/>
                  </a:solidFill>
                  <a:latin typeface="Fira Sans"/>
                </a:rPr>
                <a:t>Kondisi saat ini</a:t>
              </a:r>
              <a:endParaRPr b="1" lang="en-US" sz="1270" spc="-1" strike="noStrike">
                <a:solidFill>
                  <a:srgbClr val="ffffff"/>
                </a:solidFill>
                <a:latin typeface="Fira Sans"/>
              </a:endParaRPr>
            </a:p>
          </p:txBody>
        </p:sp>
      </p:grpSp>
      <p:grpSp>
        <p:nvGrpSpPr>
          <p:cNvPr id="68" name=""/>
          <p:cNvGrpSpPr/>
          <p:nvPr/>
        </p:nvGrpSpPr>
        <p:grpSpPr>
          <a:xfrm>
            <a:off x="4766400" y="1746000"/>
            <a:ext cx="4042800" cy="1573200"/>
            <a:chOff x="4766400" y="1746000"/>
            <a:chExt cx="4042800" cy="1573200"/>
          </a:xfrm>
        </p:grpSpPr>
        <p:sp>
          <p:nvSpPr>
            <p:cNvPr id="69" name=""/>
            <p:cNvSpPr/>
            <p:nvPr/>
          </p:nvSpPr>
          <p:spPr>
            <a:xfrm>
              <a:off x="4770000" y="2026800"/>
              <a:ext cx="4039200" cy="1292400"/>
            </a:xfrm>
            <a:prstGeom prst="roundRect">
              <a:avLst>
                <a:gd name="adj" fmla="val 6130"/>
              </a:avLst>
            </a:prstGeom>
            <a:solidFill>
              <a:srgbClr val="ffffff"/>
            </a:solidFill>
            <a:ln w="16200">
              <a:solidFill>
                <a:srgbClr val="003d75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0800" rIns="100800" tIns="72000" bIns="36000" anchor="t">
              <a:noAutofit/>
            </a:bodyPr>
            <a:p>
              <a:endParaRPr b="0" lang="en-US" sz="1270" spc="-1" strike="noStrike">
                <a:solidFill>
                  <a:srgbClr val="212121"/>
                </a:solidFill>
                <a:latin typeface="Fira Sans Book"/>
              </a:endParaRPr>
            </a:p>
          </p:txBody>
        </p:sp>
        <p:sp>
          <p:nvSpPr>
            <p:cNvPr id="70" name=""/>
            <p:cNvSpPr/>
            <p:nvPr/>
          </p:nvSpPr>
          <p:spPr>
            <a:xfrm>
              <a:off x="4766400" y="1746000"/>
              <a:ext cx="3841200" cy="288000"/>
            </a:xfrm>
            <a:prstGeom prst="roundRect">
              <a:avLst>
                <a:gd name="adj" fmla="val 21250"/>
              </a:avLst>
            </a:prstGeom>
            <a:solidFill>
              <a:srgbClr val="003d7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61200" rIns="61200" tIns="0" bIns="0" anchor="ctr">
              <a:noAutofit/>
            </a:bodyPr>
            <a:p>
              <a:r>
                <a:rPr b="1" lang="en-US" sz="1270" spc="-1" strike="noStrike">
                  <a:solidFill>
                    <a:srgbClr val="ffffff"/>
                  </a:solidFill>
                  <a:latin typeface="Fira Sans"/>
                </a:rPr>
                <a:t>Pertanyaan penelitian</a:t>
              </a:r>
              <a:endParaRPr b="1" lang="en-US" sz="1270" spc="-1" strike="noStrike">
                <a:solidFill>
                  <a:srgbClr val="ffffff"/>
                </a:solidFill>
                <a:latin typeface="Fira Sans"/>
              </a:endParaRPr>
            </a:p>
          </p:txBody>
        </p:sp>
      </p:grpSp>
      <p:sp>
        <p:nvSpPr>
          <p:cNvPr id="71" name=""/>
          <p:cNvSpPr/>
          <p:nvPr/>
        </p:nvSpPr>
        <p:spPr>
          <a:xfrm>
            <a:off x="4870800" y="2127600"/>
            <a:ext cx="273600" cy="273600"/>
          </a:xfrm>
          <a:prstGeom prst="ellipse">
            <a:avLst/>
          </a:prstGeom>
          <a:solidFill>
            <a:srgbClr val="005aa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/>
            <a:r>
              <a:rPr b="1" lang="en-US" sz="1110" spc="-1" strike="noStrike">
                <a:solidFill>
                  <a:srgbClr val="ffffff"/>
                </a:solidFill>
                <a:latin typeface="Fira Sans"/>
              </a:rPr>
              <a:t>1</a:t>
            </a:r>
            <a:endParaRPr b="1" lang="en-US" sz="111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5198400" y="2152800"/>
            <a:ext cx="3456000" cy="216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Pertanyaan pertama.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73" name=""/>
          <p:cNvSpPr/>
          <p:nvPr/>
        </p:nvSpPr>
        <p:spPr>
          <a:xfrm>
            <a:off x="4870800" y="2534400"/>
            <a:ext cx="273600" cy="273600"/>
          </a:xfrm>
          <a:prstGeom prst="ellipse">
            <a:avLst/>
          </a:prstGeom>
          <a:solidFill>
            <a:srgbClr val="005aa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/>
            <a:r>
              <a:rPr b="1" lang="en-US" sz="1110" spc="-1" strike="noStrike">
                <a:solidFill>
                  <a:srgbClr val="ffffff"/>
                </a:solidFill>
                <a:latin typeface="Fira Sans"/>
              </a:rPr>
              <a:t>2</a:t>
            </a:r>
            <a:endParaRPr b="1" lang="en-US" sz="111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5198400" y="2559600"/>
            <a:ext cx="3456000" cy="216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Pertanyaan kedua.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75" name=""/>
          <p:cNvSpPr/>
          <p:nvPr/>
        </p:nvSpPr>
        <p:spPr>
          <a:xfrm>
            <a:off x="4870800" y="2944800"/>
            <a:ext cx="273600" cy="273600"/>
          </a:xfrm>
          <a:prstGeom prst="ellipse">
            <a:avLst/>
          </a:prstGeom>
          <a:solidFill>
            <a:srgbClr val="005aa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/>
            <a:r>
              <a:rPr b="1" lang="en-US" sz="1110" spc="-1" strike="noStrike">
                <a:solidFill>
                  <a:srgbClr val="ffffff"/>
                </a:solidFill>
                <a:latin typeface="Fira Sans"/>
              </a:rPr>
              <a:t>3</a:t>
            </a:r>
            <a:endParaRPr b="1" lang="en-US" sz="111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5198400" y="2970000"/>
            <a:ext cx="3456000" cy="216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70" spc="-1" strike="noStrike">
                <a:solidFill>
                  <a:srgbClr val="212121"/>
                </a:solidFill>
                <a:latin typeface="Fira Sans Book"/>
              </a:rPr>
              <a:t>Pertanyaan ketiga.</a:t>
            </a:r>
            <a:endParaRPr b="0" lang="en-US" sz="1270" spc="-1" strike="noStrike">
              <a:solidFill>
                <a:srgbClr val="212121"/>
              </a:solidFill>
              <a:latin typeface="Fira Sans Book"/>
            </a:endParaRPr>
          </a:p>
        </p:txBody>
      </p:sp>
      <p:grpSp>
        <p:nvGrpSpPr>
          <p:cNvPr id="77" name=""/>
          <p:cNvGrpSpPr/>
          <p:nvPr/>
        </p:nvGrpSpPr>
        <p:grpSpPr>
          <a:xfrm>
            <a:off x="4766400" y="3416400"/>
            <a:ext cx="4042800" cy="565200"/>
            <a:chOff x="4766400" y="3416400"/>
            <a:chExt cx="4042800" cy="565200"/>
          </a:xfrm>
        </p:grpSpPr>
        <p:sp>
          <p:nvSpPr>
            <p:cNvPr id="78" name=""/>
            <p:cNvSpPr/>
            <p:nvPr/>
          </p:nvSpPr>
          <p:spPr>
            <a:xfrm>
              <a:off x="4770000" y="3654000"/>
              <a:ext cx="4039200" cy="327600"/>
            </a:xfrm>
            <a:prstGeom prst="roundRect">
              <a:avLst>
                <a:gd name="adj" fmla="val 24176"/>
              </a:avLst>
            </a:prstGeom>
            <a:solidFill>
              <a:srgbClr val="ffffff"/>
            </a:solidFill>
            <a:ln w="16200">
              <a:solidFill>
                <a:srgbClr val="b4321c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0800" rIns="100800" tIns="72000" bIns="36000" anchor="t">
              <a:noAutofit/>
            </a:bodyPr>
            <a:p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Kartu merah untuk risiko atau keterbatasan.</a:t>
              </a:r>
              <a:endParaRPr b="0" lang="en-US" sz="1270" spc="-1" strike="noStrike">
                <a:solidFill>
                  <a:srgbClr val="212121"/>
                </a:solidFill>
                <a:latin typeface="Fira Sans Book"/>
              </a:endParaRPr>
            </a:p>
          </p:txBody>
        </p:sp>
        <p:sp>
          <p:nvSpPr>
            <p:cNvPr id="79" name=""/>
            <p:cNvSpPr/>
            <p:nvPr/>
          </p:nvSpPr>
          <p:spPr>
            <a:xfrm>
              <a:off x="4766400" y="3416400"/>
              <a:ext cx="3841200" cy="244800"/>
            </a:xfrm>
            <a:prstGeom prst="roundRect">
              <a:avLst>
                <a:gd name="adj" fmla="val 25000"/>
              </a:avLst>
            </a:prstGeom>
            <a:solidFill>
              <a:srgbClr val="b4321c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61200" rIns="61200" tIns="0" bIns="0" anchor="ctr">
              <a:noAutofit/>
            </a:bodyPr>
            <a:p>
              <a:r>
                <a:rPr b="1" lang="en-US" sz="1270" spc="-1" strike="noStrike">
                  <a:solidFill>
                    <a:srgbClr val="ffffff"/>
                  </a:solidFill>
                  <a:latin typeface="Fira Sans"/>
                </a:rPr>
                <a:t>Keterbatasan</a:t>
              </a:r>
              <a:endParaRPr b="1" lang="en-US" sz="1270" spc="-1" strike="noStrike">
                <a:solidFill>
                  <a:srgbClr val="ffffff"/>
                </a:solidFill>
                <a:latin typeface="Fira Sans"/>
              </a:endParaRPr>
            </a:p>
          </p:txBody>
        </p:sp>
      </p:grp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Nama Anda · Judul Presentasi Anda · STEI ITB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75BD6E2-932B-418C-91C9-34E98F731BC9}" type="slidenum">
              <a:t>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198000" y="0"/>
            <a:ext cx="8064000" cy="55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1" lang="en-US" sz="1900" spc="-1" strike="noStrike">
                <a:solidFill>
                  <a:srgbClr val="ffffff"/>
                </a:solidFill>
                <a:latin typeface="Fira Sans"/>
              </a:rPr>
              <a:t>Temuan utama sekilas</a:t>
            </a:r>
            <a:endParaRPr b="1" lang="en-US" sz="190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81" name=""/>
          <p:cNvSpPr/>
          <p:nvPr/>
        </p:nvSpPr>
        <p:spPr>
          <a:xfrm>
            <a:off x="0" y="558000"/>
            <a:ext cx="6095880" cy="7920"/>
          </a:xfrm>
          <a:prstGeom prst="rect">
            <a:avLst/>
          </a:prstGeom>
          <a:solidFill>
            <a:srgbClr val="e8a31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82" name=""/>
          <p:cNvSpPr/>
          <p:nvPr/>
        </p:nvSpPr>
        <p:spPr>
          <a:xfrm>
            <a:off x="842400" y="1288800"/>
            <a:ext cx="1713600" cy="1515600"/>
          </a:xfrm>
          <a:prstGeom prst="roundRect">
            <a:avLst>
              <a:gd name="adj" fmla="val 6653"/>
            </a:avLst>
          </a:prstGeom>
          <a:solidFill>
            <a:srgbClr val="005aa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1200" rIns="61200" tIns="0" bIns="144000" anchor="ctr">
            <a:noAutofit/>
          </a:bodyPr>
          <a:p>
            <a:pPr algn="ctr">
              <a:spcAft>
                <a:spcPts val="850"/>
              </a:spcAft>
            </a:pPr>
            <a:r>
              <a:rPr b="1" lang="en-US" sz="3480" spc="-1" strike="noStrike">
                <a:solidFill>
                  <a:srgbClr val="ffffff"/>
                </a:solidFill>
                <a:latin typeface="Fira Sans"/>
              </a:rPr>
              <a:t>104</a:t>
            </a:r>
            <a:endParaRPr b="0" lang="en-US" sz="3480" spc="-1" strike="noStrike">
              <a:solidFill>
                <a:srgbClr val="ffffff"/>
              </a:solidFill>
              <a:latin typeface="Fira Sans Book"/>
            </a:endParaRPr>
          </a:p>
          <a:p>
            <a:pPr algn="ctr"/>
            <a:r>
              <a:rPr b="0" lang="en-US" sz="1110" spc="-1" strike="noStrike">
                <a:solidFill>
                  <a:srgbClr val="ffffff"/>
                </a:solidFill>
                <a:latin typeface="Fira Sans Book"/>
              </a:rPr>
              <a:t>makalah primer terpilih</a:t>
            </a:r>
            <a:endParaRPr b="0" lang="en-US" sz="1110" spc="-1" strike="noStrike">
              <a:solidFill>
                <a:srgbClr val="ffffff"/>
              </a:solidFill>
              <a:latin typeface="Fira Sans Book"/>
            </a:endParaRPr>
          </a:p>
        </p:txBody>
      </p:sp>
      <p:sp>
        <p:nvSpPr>
          <p:cNvPr id="83" name=""/>
          <p:cNvSpPr/>
          <p:nvPr/>
        </p:nvSpPr>
        <p:spPr>
          <a:xfrm>
            <a:off x="2757600" y="1288800"/>
            <a:ext cx="1713600" cy="1515600"/>
          </a:xfrm>
          <a:prstGeom prst="roundRect">
            <a:avLst>
              <a:gd name="adj" fmla="val 6653"/>
            </a:avLst>
          </a:prstGeom>
          <a:solidFill>
            <a:srgbClr val="003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1200" rIns="61200" tIns="0" bIns="144000" anchor="ctr">
            <a:noAutofit/>
          </a:bodyPr>
          <a:p>
            <a:pPr algn="ctr">
              <a:spcAft>
                <a:spcPts val="850"/>
              </a:spcAft>
            </a:pPr>
            <a:r>
              <a:rPr b="1" lang="en-US" sz="3480" spc="-1" strike="noStrike">
                <a:solidFill>
                  <a:srgbClr val="ffffff"/>
                </a:solidFill>
                <a:latin typeface="Fira Sans"/>
              </a:rPr>
              <a:t>12</a:t>
            </a:r>
            <a:endParaRPr b="0" lang="en-US" sz="3480" spc="-1" strike="noStrike">
              <a:solidFill>
                <a:srgbClr val="ffffff"/>
              </a:solidFill>
              <a:latin typeface="Fira Sans Book"/>
            </a:endParaRPr>
          </a:p>
          <a:p>
            <a:pPr algn="ctr"/>
            <a:r>
              <a:rPr b="0" lang="en-US" sz="1110" spc="-1" strike="noStrike">
                <a:solidFill>
                  <a:srgbClr val="ffffff"/>
                </a:solidFill>
                <a:latin typeface="Fira Sans Book"/>
              </a:rPr>
              <a:t>label angka kedua</a:t>
            </a:r>
            <a:endParaRPr b="0" lang="en-US" sz="1110" spc="-1" strike="noStrike">
              <a:solidFill>
                <a:srgbClr val="ffffff"/>
              </a:solidFill>
              <a:latin typeface="Fira Sans Book"/>
            </a:endParaRPr>
          </a:p>
        </p:txBody>
      </p:sp>
      <p:sp>
        <p:nvSpPr>
          <p:cNvPr id="84" name=""/>
          <p:cNvSpPr/>
          <p:nvPr/>
        </p:nvSpPr>
        <p:spPr>
          <a:xfrm>
            <a:off x="4672800" y="1288800"/>
            <a:ext cx="1713600" cy="1515600"/>
          </a:xfrm>
          <a:prstGeom prst="roundRect">
            <a:avLst>
              <a:gd name="adj" fmla="val 6653"/>
            </a:avLst>
          </a:prstGeom>
          <a:solidFill>
            <a:srgbClr val="005aa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1200" rIns="61200" tIns="0" bIns="144000" anchor="ctr">
            <a:noAutofit/>
          </a:bodyPr>
          <a:p>
            <a:pPr algn="ctr">
              <a:spcAft>
                <a:spcPts val="850"/>
              </a:spcAft>
            </a:pPr>
            <a:r>
              <a:rPr b="1" lang="en-US" sz="3480" spc="-1" strike="noStrike">
                <a:solidFill>
                  <a:srgbClr val="ffffff"/>
                </a:solidFill>
                <a:latin typeface="Fira Sans"/>
              </a:rPr>
              <a:t>6 / 17</a:t>
            </a:r>
            <a:endParaRPr b="0" lang="en-US" sz="3480" spc="-1" strike="noStrike">
              <a:solidFill>
                <a:srgbClr val="ffffff"/>
              </a:solidFill>
              <a:latin typeface="Fira Sans Book"/>
            </a:endParaRPr>
          </a:p>
          <a:p>
            <a:pPr algn="ctr"/>
            <a:r>
              <a:rPr b="0" lang="en-US" sz="1110" spc="-1" strike="noStrike">
                <a:solidFill>
                  <a:srgbClr val="ffffff"/>
                </a:solidFill>
                <a:latin typeface="Fira Sans Book"/>
              </a:rPr>
              <a:t>rasio atau perbandingan</a:t>
            </a:r>
            <a:endParaRPr b="0" lang="en-US" sz="1110" spc="-1" strike="noStrike">
              <a:solidFill>
                <a:srgbClr val="ffffff"/>
              </a:solidFill>
              <a:latin typeface="Fira Sans Book"/>
            </a:endParaRPr>
          </a:p>
        </p:txBody>
      </p:sp>
      <p:sp>
        <p:nvSpPr>
          <p:cNvPr id="85" name=""/>
          <p:cNvSpPr/>
          <p:nvPr/>
        </p:nvSpPr>
        <p:spPr>
          <a:xfrm>
            <a:off x="6588000" y="1288800"/>
            <a:ext cx="1713600" cy="1515600"/>
          </a:xfrm>
          <a:prstGeom prst="roundRect">
            <a:avLst>
              <a:gd name="adj" fmla="val 6653"/>
            </a:avLst>
          </a:prstGeom>
          <a:solidFill>
            <a:srgbClr val="b4321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1200" rIns="61200" tIns="0" bIns="144000" anchor="ctr">
            <a:noAutofit/>
          </a:bodyPr>
          <a:p>
            <a:pPr algn="ctr">
              <a:spcAft>
                <a:spcPts val="850"/>
              </a:spcAft>
            </a:pPr>
            <a:r>
              <a:rPr b="1" lang="en-US" sz="3480" spc="-1" strike="noStrike">
                <a:solidFill>
                  <a:srgbClr val="ffffff"/>
                </a:solidFill>
                <a:latin typeface="Fira Sans"/>
              </a:rPr>
              <a:t>0</a:t>
            </a:r>
            <a:endParaRPr b="0" lang="en-US" sz="3480" spc="-1" strike="noStrike">
              <a:solidFill>
                <a:srgbClr val="ffffff"/>
              </a:solidFill>
              <a:latin typeface="Fira Sans Book"/>
            </a:endParaRPr>
          </a:p>
          <a:p>
            <a:pPr algn="ctr"/>
            <a:r>
              <a:rPr b="0" lang="en-US" sz="1110" spc="-1" strike="noStrike">
                <a:solidFill>
                  <a:srgbClr val="ffffff"/>
                </a:solidFill>
                <a:latin typeface="Fira Sans Book"/>
              </a:rPr>
              <a:t>temuan negatif</a:t>
            </a:r>
            <a:endParaRPr b="0" lang="en-US" sz="1110" spc="-1" strike="noStrike">
              <a:solidFill>
                <a:srgbClr val="ffffff"/>
              </a:solidFill>
              <a:latin typeface="Fira Sans Book"/>
            </a:endParaRPr>
          </a:p>
        </p:txBody>
      </p:sp>
      <p:sp>
        <p:nvSpPr>
          <p:cNvPr id="86" name=""/>
          <p:cNvSpPr/>
          <p:nvPr/>
        </p:nvSpPr>
        <p:spPr>
          <a:xfrm>
            <a:off x="842400" y="2948400"/>
            <a:ext cx="1713600" cy="1515600"/>
          </a:xfrm>
          <a:prstGeom prst="roundRect">
            <a:avLst>
              <a:gd name="adj" fmla="val 6653"/>
            </a:avLst>
          </a:prstGeom>
          <a:solidFill>
            <a:srgbClr val="003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1200" rIns="61200" tIns="0" bIns="144000" anchor="ctr">
            <a:noAutofit/>
          </a:bodyPr>
          <a:p>
            <a:pPr algn="ctr">
              <a:spcAft>
                <a:spcPts val="850"/>
              </a:spcAft>
            </a:pPr>
            <a:r>
              <a:rPr b="1" lang="en-US" sz="3480" spc="-1" strike="noStrike">
                <a:solidFill>
                  <a:srgbClr val="ffffff"/>
                </a:solidFill>
                <a:latin typeface="Fira Sans"/>
              </a:rPr>
              <a:t>27</a:t>
            </a:r>
            <a:endParaRPr b="0" lang="en-US" sz="3480" spc="-1" strike="noStrike">
              <a:solidFill>
                <a:srgbClr val="ffffff"/>
              </a:solidFill>
              <a:latin typeface="Fira Sans Book"/>
            </a:endParaRPr>
          </a:p>
          <a:p>
            <a:pPr algn="ctr"/>
            <a:r>
              <a:rPr b="0" lang="en-US" sz="1110" spc="-1" strike="noStrike">
                <a:solidFill>
                  <a:srgbClr val="ffffff"/>
                </a:solidFill>
                <a:latin typeface="Fira Sans Book"/>
              </a:rPr>
              <a:t>label angka</a:t>
            </a:r>
            <a:endParaRPr b="0" lang="en-US" sz="1110" spc="-1" strike="noStrike">
              <a:solidFill>
                <a:srgbClr val="ffffff"/>
              </a:solidFill>
              <a:latin typeface="Fira Sans Book"/>
            </a:endParaRPr>
          </a:p>
        </p:txBody>
      </p:sp>
      <p:sp>
        <p:nvSpPr>
          <p:cNvPr id="87" name=""/>
          <p:cNvSpPr/>
          <p:nvPr/>
        </p:nvSpPr>
        <p:spPr>
          <a:xfrm>
            <a:off x="2757600" y="2948400"/>
            <a:ext cx="1713600" cy="1515600"/>
          </a:xfrm>
          <a:prstGeom prst="roundRect">
            <a:avLst>
              <a:gd name="adj" fmla="val 6653"/>
            </a:avLst>
          </a:prstGeom>
          <a:solidFill>
            <a:srgbClr val="005aa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1200" rIns="61200" tIns="0" bIns="144000" anchor="ctr">
            <a:noAutofit/>
          </a:bodyPr>
          <a:p>
            <a:pPr algn="ctr">
              <a:spcAft>
                <a:spcPts val="850"/>
              </a:spcAft>
            </a:pPr>
            <a:r>
              <a:rPr b="1" lang="en-US" sz="3480" spc="-1" strike="noStrike">
                <a:solidFill>
                  <a:srgbClr val="ffffff"/>
                </a:solidFill>
                <a:latin typeface="Fira Sans"/>
              </a:rPr>
              <a:t>3</a:t>
            </a:r>
            <a:endParaRPr b="0" lang="en-US" sz="3480" spc="-1" strike="noStrike">
              <a:solidFill>
                <a:srgbClr val="ffffff"/>
              </a:solidFill>
              <a:latin typeface="Fira Sans Book"/>
            </a:endParaRPr>
          </a:p>
          <a:p>
            <a:pPr algn="ctr"/>
            <a:r>
              <a:rPr b="0" lang="en-US" sz="1110" spc="-1" strike="noStrike">
                <a:solidFill>
                  <a:srgbClr val="ffffff"/>
                </a:solidFill>
                <a:latin typeface="Fira Sans Book"/>
              </a:rPr>
              <a:t>label angka</a:t>
            </a:r>
            <a:endParaRPr b="0" lang="en-US" sz="1110" spc="-1" strike="noStrike">
              <a:solidFill>
                <a:srgbClr val="ffffff"/>
              </a:solidFill>
              <a:latin typeface="Fira Sans Book"/>
            </a:endParaRPr>
          </a:p>
        </p:txBody>
      </p:sp>
      <p:sp>
        <p:nvSpPr>
          <p:cNvPr id="88" name=""/>
          <p:cNvSpPr/>
          <p:nvPr/>
        </p:nvSpPr>
        <p:spPr>
          <a:xfrm>
            <a:off x="4672800" y="2948400"/>
            <a:ext cx="1713600" cy="1515600"/>
          </a:xfrm>
          <a:prstGeom prst="roundRect">
            <a:avLst>
              <a:gd name="adj" fmla="val 6653"/>
            </a:avLst>
          </a:prstGeom>
          <a:solidFill>
            <a:srgbClr val="003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1200" rIns="61200" tIns="0" bIns="144000" anchor="ctr">
            <a:noAutofit/>
          </a:bodyPr>
          <a:p>
            <a:pPr algn="ctr">
              <a:spcAft>
                <a:spcPts val="850"/>
              </a:spcAft>
            </a:pPr>
            <a:r>
              <a:rPr b="1" lang="en-US" sz="2370" spc="-1" strike="noStrike">
                <a:solidFill>
                  <a:srgbClr val="ffffff"/>
                </a:solidFill>
                <a:latin typeface="Fira Sans"/>
              </a:rPr>
              <a:t>USD 7,3 jt</a:t>
            </a:r>
            <a:endParaRPr b="0" lang="en-US" sz="2370" spc="-1" strike="noStrike">
              <a:solidFill>
                <a:srgbClr val="ffffff"/>
              </a:solidFill>
              <a:latin typeface="Fira Sans Book"/>
            </a:endParaRPr>
          </a:p>
          <a:p>
            <a:pPr algn="ctr"/>
            <a:r>
              <a:rPr b="0" lang="en-US" sz="1110" spc="-1" strike="noStrike">
                <a:solidFill>
                  <a:srgbClr val="ffffff"/>
                </a:solidFill>
                <a:latin typeface="Fira Sans Book"/>
              </a:rPr>
              <a:t>nilai lebar, huruf lebih kecil</a:t>
            </a:r>
            <a:endParaRPr b="0" lang="en-US" sz="1110" spc="-1" strike="noStrike">
              <a:solidFill>
                <a:srgbClr val="ffffff"/>
              </a:solidFill>
              <a:latin typeface="Fira Sans Book"/>
            </a:endParaRPr>
          </a:p>
        </p:txBody>
      </p:sp>
      <p:sp>
        <p:nvSpPr>
          <p:cNvPr id="89" name=""/>
          <p:cNvSpPr/>
          <p:nvPr/>
        </p:nvSpPr>
        <p:spPr>
          <a:xfrm>
            <a:off x="6588000" y="2948400"/>
            <a:ext cx="1713600" cy="1515600"/>
          </a:xfrm>
          <a:prstGeom prst="roundRect">
            <a:avLst>
              <a:gd name="adj" fmla="val 6653"/>
            </a:avLst>
          </a:prstGeom>
          <a:solidFill>
            <a:srgbClr val="e8a31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1200" rIns="61200" tIns="0" bIns="144000" anchor="ctr">
            <a:noAutofit/>
          </a:bodyPr>
          <a:p>
            <a:pPr algn="ctr">
              <a:spcAft>
                <a:spcPts val="850"/>
              </a:spcAft>
            </a:pPr>
            <a:r>
              <a:rPr b="1" lang="en-US" sz="3480" spc="-1" strike="noStrike">
                <a:solidFill>
                  <a:srgbClr val="ffffff"/>
                </a:solidFill>
                <a:latin typeface="Fira Sans"/>
              </a:rPr>
              <a:t>8</a:t>
            </a:r>
            <a:endParaRPr b="0" lang="en-US" sz="3480" spc="-1" strike="noStrike">
              <a:solidFill>
                <a:srgbClr val="ffffff"/>
              </a:solidFill>
              <a:latin typeface="Fira Sans Book"/>
            </a:endParaRPr>
          </a:p>
          <a:p>
            <a:pPr algn="ctr"/>
            <a:r>
              <a:rPr b="0" lang="en-US" sz="1110" spc="-1" strike="noStrike">
                <a:solidFill>
                  <a:srgbClr val="ffffff"/>
                </a:solidFill>
                <a:latin typeface="Fira Sans Book"/>
              </a:rPr>
              <a:t>celah riset</a:t>
            </a:r>
            <a:endParaRPr b="0" lang="en-US" sz="1110" spc="-1" strike="noStrike">
              <a:solidFill>
                <a:srgbClr val="ffffff"/>
              </a:solidFill>
              <a:latin typeface="Fira Sans Book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Nama Anda · Judul Presentasi Anda · STEI ITB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4B8232C-272B-4379-A030-7F75604D1402}" type="slidenum">
              <a:t>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"/>
          <p:cNvSpPr txBox="1"/>
          <p:nvPr/>
        </p:nvSpPr>
        <p:spPr>
          <a:xfrm>
            <a:off x="0" y="1429200"/>
            <a:ext cx="3290400" cy="1656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/>
            <a:r>
              <a:rPr b="1" lang="en-US" sz="10100" spc="-1" strike="noStrike">
                <a:solidFill>
                  <a:srgbClr val="ffffff"/>
                </a:solidFill>
                <a:latin typeface="Fira Sans"/>
              </a:rPr>
              <a:t>2</a:t>
            </a:r>
            <a:endParaRPr b="1" lang="en-US" sz="1010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0" y="3070800"/>
            <a:ext cx="3290400" cy="25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/>
            <a:r>
              <a:rPr b="0" lang="en-US" sz="1420" spc="-1" strike="noStrike">
                <a:solidFill>
                  <a:srgbClr val="ffffff"/>
                </a:solidFill>
                <a:latin typeface="Fira Sans Book"/>
              </a:rPr>
              <a:t>Bagian 2</a:t>
            </a:r>
            <a:endParaRPr b="0" lang="en-US" sz="1420" spc="-1" strike="noStrike">
              <a:solidFill>
                <a:srgbClr val="ffffff"/>
              </a:solidFill>
              <a:latin typeface="Fira Sans Book"/>
            </a:endParaRPr>
          </a:p>
        </p:txBody>
      </p:sp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3819600" y="1440000"/>
            <a:ext cx="5112000" cy="223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1" lang="en-US" sz="2730" spc="-1" strike="noStrike">
                <a:solidFill>
                  <a:srgbClr val="003d75"/>
                </a:solidFill>
                <a:latin typeface="Fira Sans"/>
              </a:rPr>
              <a:t>Metode</a:t>
            </a:r>
            <a:endParaRPr b="1" lang="en-US" sz="2730" spc="-1" strike="noStrike">
              <a:solidFill>
                <a:srgbClr val="003d75"/>
              </a:solidFill>
              <a:latin typeface="Fira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198000" y="0"/>
            <a:ext cx="8064000" cy="55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1" lang="en-US" sz="1900" spc="-1" strike="noStrike">
                <a:solidFill>
                  <a:srgbClr val="ffffff"/>
                </a:solidFill>
                <a:latin typeface="Fira Sans"/>
              </a:rPr>
              <a:t>Diagram alur</a:t>
            </a:r>
            <a:endParaRPr b="1" lang="en-US" sz="190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94" name=""/>
          <p:cNvSpPr/>
          <p:nvPr/>
        </p:nvSpPr>
        <p:spPr>
          <a:xfrm>
            <a:off x="0" y="558000"/>
            <a:ext cx="7620120" cy="7920"/>
          </a:xfrm>
          <a:prstGeom prst="rect">
            <a:avLst/>
          </a:prstGeom>
          <a:solidFill>
            <a:srgbClr val="e8a31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95" name=""/>
          <p:cNvSpPr/>
          <p:nvPr/>
        </p:nvSpPr>
        <p:spPr>
          <a:xfrm>
            <a:off x="676800" y="1843200"/>
            <a:ext cx="1828800" cy="712800"/>
          </a:xfrm>
          <a:prstGeom prst="roundRect">
            <a:avLst>
              <a:gd name="adj" fmla="val 8588"/>
            </a:avLst>
          </a:prstGeom>
          <a:solidFill>
            <a:srgbClr val="005aa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/>
            <a:r>
              <a:rPr b="1" lang="en-US" sz="1420" spc="-1" strike="noStrike">
                <a:solidFill>
                  <a:srgbClr val="ffffff"/>
                </a:solidFill>
                <a:latin typeface="Fira Sans"/>
              </a:rPr>
              <a:t>Klarifikasi</a:t>
            </a:r>
            <a:endParaRPr b="1" lang="en-US" sz="1420" spc="-1" strike="noStrike">
              <a:solidFill>
                <a:srgbClr val="ffffff"/>
              </a:solidFill>
              <a:latin typeface="Fira Sans"/>
            </a:endParaRPr>
          </a:p>
          <a:p>
            <a:pPr algn="ctr"/>
            <a:r>
              <a:rPr b="1" lang="en-US" sz="1420" spc="-1" strike="noStrike">
                <a:solidFill>
                  <a:srgbClr val="ffffff"/>
                </a:solidFill>
                <a:latin typeface="Fira Sans"/>
              </a:rPr>
              <a:t>Riset</a:t>
            </a:r>
            <a:endParaRPr b="1" lang="en-US" sz="142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676800" y="2656800"/>
            <a:ext cx="1828800" cy="18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/>
            <a:r>
              <a:rPr b="0" lang="en-US" sz="1110" spc="-1" strike="noStrike">
                <a:solidFill>
                  <a:srgbClr val="4a5360"/>
                </a:solidFill>
                <a:latin typeface="Fira Sans Book"/>
              </a:rPr>
              <a:t>Semester 1</a:t>
            </a:r>
            <a:endParaRPr b="0" lang="en-US" sz="1110" spc="-1" strike="noStrike">
              <a:solidFill>
                <a:srgbClr val="4a5360"/>
              </a:solidFill>
              <a:latin typeface="Fira Sans Book"/>
            </a:endParaRPr>
          </a:p>
        </p:txBody>
      </p:sp>
      <p:sp>
        <p:nvSpPr>
          <p:cNvPr id="97" name=""/>
          <p:cNvSpPr/>
          <p:nvPr/>
        </p:nvSpPr>
        <p:spPr>
          <a:xfrm>
            <a:off x="2509200" y="2199600"/>
            <a:ext cx="181800" cy="0"/>
          </a:xfrm>
          <a:prstGeom prst="line">
            <a:avLst/>
          </a:prstGeom>
          <a:ln w="28080">
            <a:solidFill>
              <a:srgbClr val="005aa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98" name=""/>
          <p:cNvSpPr/>
          <p:nvPr/>
        </p:nvSpPr>
        <p:spPr>
          <a:xfrm>
            <a:off x="2734200" y="1843200"/>
            <a:ext cx="1828800" cy="712800"/>
          </a:xfrm>
          <a:prstGeom prst="roundRect">
            <a:avLst>
              <a:gd name="adj" fmla="val 8588"/>
            </a:avLst>
          </a:prstGeom>
          <a:solidFill>
            <a:srgbClr val="73a4d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/>
            <a:r>
              <a:rPr b="1" lang="en-US" sz="1420" spc="-1" strike="noStrike">
                <a:solidFill>
                  <a:srgbClr val="ffffff"/>
                </a:solidFill>
                <a:latin typeface="Fira Sans"/>
              </a:rPr>
              <a:t>Studi</a:t>
            </a:r>
            <a:endParaRPr b="1" lang="en-US" sz="1420" spc="-1" strike="noStrike">
              <a:solidFill>
                <a:srgbClr val="ffffff"/>
              </a:solidFill>
              <a:latin typeface="Fira Sans"/>
            </a:endParaRPr>
          </a:p>
          <a:p>
            <a:pPr algn="ctr"/>
            <a:r>
              <a:rPr b="1" lang="en-US" sz="1420" spc="-1" strike="noStrike">
                <a:solidFill>
                  <a:srgbClr val="ffffff"/>
                </a:solidFill>
                <a:latin typeface="Fira Sans"/>
              </a:rPr>
              <a:t>Deskriptif I</a:t>
            </a:r>
            <a:endParaRPr b="1" lang="en-US" sz="142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2734200" y="2656800"/>
            <a:ext cx="1828800" cy="18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/>
            <a:r>
              <a:rPr b="0" lang="en-US" sz="1110" spc="-1" strike="noStrike">
                <a:solidFill>
                  <a:srgbClr val="4a5360"/>
                </a:solidFill>
                <a:latin typeface="Fira Sans Book"/>
              </a:rPr>
              <a:t>Semester 2</a:t>
            </a:r>
            <a:endParaRPr b="0" lang="en-US" sz="1110" spc="-1" strike="noStrike">
              <a:solidFill>
                <a:srgbClr val="4a5360"/>
              </a:solidFill>
              <a:latin typeface="Fira Sans Book"/>
            </a:endParaRPr>
          </a:p>
        </p:txBody>
      </p:sp>
      <p:sp>
        <p:nvSpPr>
          <p:cNvPr id="100" name=""/>
          <p:cNvSpPr/>
          <p:nvPr/>
        </p:nvSpPr>
        <p:spPr>
          <a:xfrm>
            <a:off x="4566600" y="2199600"/>
            <a:ext cx="181800" cy="0"/>
          </a:xfrm>
          <a:prstGeom prst="line">
            <a:avLst/>
          </a:prstGeom>
          <a:ln w="28080">
            <a:solidFill>
              <a:srgbClr val="005aa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101" name=""/>
          <p:cNvSpPr/>
          <p:nvPr/>
        </p:nvSpPr>
        <p:spPr>
          <a:xfrm>
            <a:off x="4791600" y="1843200"/>
            <a:ext cx="1828800" cy="712800"/>
          </a:xfrm>
          <a:prstGeom prst="roundRect">
            <a:avLst>
              <a:gd name="adj" fmla="val 8588"/>
            </a:avLst>
          </a:prstGeom>
          <a:solidFill>
            <a:srgbClr val="73a4d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/>
            <a:r>
              <a:rPr b="1" lang="en-US" sz="1420" spc="-1" strike="noStrike">
                <a:solidFill>
                  <a:srgbClr val="ffffff"/>
                </a:solidFill>
                <a:latin typeface="Fira Sans"/>
              </a:rPr>
              <a:t>Studi</a:t>
            </a:r>
            <a:endParaRPr b="1" lang="en-US" sz="1420" spc="-1" strike="noStrike">
              <a:solidFill>
                <a:srgbClr val="ffffff"/>
              </a:solidFill>
              <a:latin typeface="Fira Sans"/>
            </a:endParaRPr>
          </a:p>
          <a:p>
            <a:pPr algn="ctr"/>
            <a:r>
              <a:rPr b="1" lang="en-US" sz="1420" spc="-1" strike="noStrike">
                <a:solidFill>
                  <a:srgbClr val="ffffff"/>
                </a:solidFill>
                <a:latin typeface="Fira Sans"/>
              </a:rPr>
              <a:t>Preskriptif</a:t>
            </a:r>
            <a:endParaRPr b="1" lang="en-US" sz="142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4791600" y="2656800"/>
            <a:ext cx="1828800" cy="18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/>
            <a:r>
              <a:rPr b="0" lang="en-US" sz="1110" spc="-1" strike="noStrike">
                <a:solidFill>
                  <a:srgbClr val="4a5360"/>
                </a:solidFill>
                <a:latin typeface="Fira Sans Book"/>
              </a:rPr>
              <a:t>Semester 3–4</a:t>
            </a:r>
            <a:endParaRPr b="0" lang="en-US" sz="1110" spc="-1" strike="noStrike">
              <a:solidFill>
                <a:srgbClr val="4a5360"/>
              </a:solidFill>
              <a:latin typeface="Fira Sans Book"/>
            </a:endParaRPr>
          </a:p>
        </p:txBody>
      </p:sp>
      <p:sp>
        <p:nvSpPr>
          <p:cNvPr id="103" name=""/>
          <p:cNvSpPr/>
          <p:nvPr/>
        </p:nvSpPr>
        <p:spPr>
          <a:xfrm>
            <a:off x="6624000" y="2199600"/>
            <a:ext cx="181800" cy="0"/>
          </a:xfrm>
          <a:prstGeom prst="line">
            <a:avLst/>
          </a:prstGeom>
          <a:ln w="28080">
            <a:solidFill>
              <a:srgbClr val="005aa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104" name=""/>
          <p:cNvSpPr/>
          <p:nvPr/>
        </p:nvSpPr>
        <p:spPr>
          <a:xfrm>
            <a:off x="6849000" y="1843200"/>
            <a:ext cx="1828800" cy="712800"/>
          </a:xfrm>
          <a:prstGeom prst="roundRect">
            <a:avLst>
              <a:gd name="adj" fmla="val 8588"/>
            </a:avLst>
          </a:prstGeom>
          <a:solidFill>
            <a:srgbClr val="73a4d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/>
            <a:r>
              <a:rPr b="1" lang="en-US" sz="1420" spc="-1" strike="noStrike">
                <a:solidFill>
                  <a:srgbClr val="ffffff"/>
                </a:solidFill>
                <a:latin typeface="Fira Sans"/>
              </a:rPr>
              <a:t>Studi</a:t>
            </a:r>
            <a:endParaRPr b="1" lang="en-US" sz="1420" spc="-1" strike="noStrike">
              <a:solidFill>
                <a:srgbClr val="ffffff"/>
              </a:solidFill>
              <a:latin typeface="Fira Sans"/>
            </a:endParaRPr>
          </a:p>
          <a:p>
            <a:pPr algn="ctr"/>
            <a:r>
              <a:rPr b="1" lang="en-US" sz="1420" spc="-1" strike="noStrike">
                <a:solidFill>
                  <a:srgbClr val="ffffff"/>
                </a:solidFill>
                <a:latin typeface="Fira Sans"/>
              </a:rPr>
              <a:t>Deskriptif II</a:t>
            </a:r>
            <a:endParaRPr b="1" lang="en-US" sz="142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6849000" y="2656800"/>
            <a:ext cx="1828800" cy="18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/>
            <a:r>
              <a:rPr b="0" lang="en-US" sz="1110" spc="-1" strike="noStrike">
                <a:solidFill>
                  <a:srgbClr val="4a5360"/>
                </a:solidFill>
                <a:latin typeface="Fira Sans Book"/>
              </a:rPr>
              <a:t>Semester 5–6</a:t>
            </a:r>
            <a:endParaRPr b="0" lang="en-US" sz="1110" spc="-1" strike="noStrike">
              <a:solidFill>
                <a:srgbClr val="4a5360"/>
              </a:solidFill>
              <a:latin typeface="Fira Sans Book"/>
            </a:endParaRPr>
          </a:p>
        </p:txBody>
      </p:sp>
      <p:sp>
        <p:nvSpPr>
          <p:cNvPr id="106" name=""/>
          <p:cNvSpPr/>
          <p:nvPr/>
        </p:nvSpPr>
        <p:spPr>
          <a:xfrm>
            <a:off x="590400" y="1742400"/>
            <a:ext cx="2001600" cy="1170000"/>
          </a:xfrm>
          <a:prstGeom prst="roundRect">
            <a:avLst>
              <a:gd name="adj" fmla="val 6769"/>
            </a:avLst>
          </a:prstGeom>
          <a:noFill/>
          <a:ln w="40320">
            <a:solidFill>
              <a:srgbClr val="e8a31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107" name=""/>
          <p:cNvSpPr/>
          <p:nvPr/>
        </p:nvSpPr>
        <p:spPr>
          <a:xfrm>
            <a:off x="1242000" y="1461600"/>
            <a:ext cx="698400" cy="280800"/>
          </a:xfrm>
          <a:prstGeom prst="roundRect">
            <a:avLst>
              <a:gd name="adj" fmla="val 14102"/>
            </a:avLst>
          </a:prstGeom>
          <a:solidFill>
            <a:srgbClr val="e8a31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/>
            <a:r>
              <a:rPr b="1" lang="en-US" sz="1110" spc="-1" strike="noStrike">
                <a:solidFill>
                  <a:srgbClr val="000000"/>
                </a:solidFill>
                <a:latin typeface="Fira Sans"/>
              </a:rPr>
              <a:t>tahap ini</a:t>
            </a:r>
            <a:endParaRPr b="1" lang="en-US" sz="1110" spc="-1" strike="noStrike">
              <a:solidFill>
                <a:srgbClr val="000000"/>
              </a:solidFill>
              <a:latin typeface="Fira Sans"/>
            </a:endParaRPr>
          </a:p>
        </p:txBody>
      </p:sp>
      <p:grpSp>
        <p:nvGrpSpPr>
          <p:cNvPr id="108" name=""/>
          <p:cNvGrpSpPr/>
          <p:nvPr/>
        </p:nvGrpSpPr>
        <p:grpSpPr>
          <a:xfrm>
            <a:off x="370800" y="3610800"/>
            <a:ext cx="2602800" cy="590400"/>
            <a:chOff x="370800" y="3610800"/>
            <a:chExt cx="2602800" cy="590400"/>
          </a:xfrm>
        </p:grpSpPr>
        <p:sp>
          <p:nvSpPr>
            <p:cNvPr id="109" name=""/>
            <p:cNvSpPr/>
            <p:nvPr/>
          </p:nvSpPr>
          <p:spPr>
            <a:xfrm>
              <a:off x="374400" y="3841200"/>
              <a:ext cx="2599200" cy="360000"/>
            </a:xfrm>
            <a:prstGeom prst="roundRect">
              <a:avLst>
                <a:gd name="adj" fmla="val 22000"/>
              </a:avLst>
            </a:prstGeom>
            <a:solidFill>
              <a:srgbClr val="ffffff"/>
            </a:solidFill>
            <a:ln w="16200">
              <a:solidFill>
                <a:srgbClr val="005aab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0800" rIns="100800" tIns="72000" bIns="36000" anchor="t">
              <a:noAutofit/>
            </a:bodyPr>
            <a:p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Penjelasan luaran pertama.</a:t>
              </a:r>
              <a:endParaRPr b="0" lang="en-US" sz="1270" spc="-1" strike="noStrike">
                <a:solidFill>
                  <a:srgbClr val="212121"/>
                </a:solidFill>
                <a:latin typeface="Fira Sans Book"/>
              </a:endParaRPr>
            </a:p>
          </p:txBody>
        </p:sp>
        <p:sp>
          <p:nvSpPr>
            <p:cNvPr id="110" name=""/>
            <p:cNvSpPr/>
            <p:nvPr/>
          </p:nvSpPr>
          <p:spPr>
            <a:xfrm>
              <a:off x="370800" y="3610800"/>
              <a:ext cx="2401200" cy="237600"/>
            </a:xfrm>
            <a:prstGeom prst="roundRect">
              <a:avLst>
                <a:gd name="adj" fmla="val 25759"/>
              </a:avLst>
            </a:prstGeom>
            <a:solidFill>
              <a:srgbClr val="005aa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61200" rIns="61200" tIns="0" bIns="0" anchor="ctr">
              <a:noAutofit/>
            </a:bodyPr>
            <a:p>
              <a:r>
                <a:rPr b="1" lang="en-US" sz="1270" spc="-1" strike="noStrike">
                  <a:solidFill>
                    <a:srgbClr val="ffffff"/>
                  </a:solidFill>
                  <a:latin typeface="Fira Sans"/>
                </a:rPr>
                <a:t>Luaran 1</a:t>
              </a:r>
              <a:endParaRPr b="1" lang="en-US" sz="1270" spc="-1" strike="noStrike">
                <a:solidFill>
                  <a:srgbClr val="ffffff"/>
                </a:solidFill>
                <a:latin typeface="Fira Sans"/>
              </a:endParaRPr>
            </a:p>
          </p:txBody>
        </p:sp>
      </p:grpSp>
      <p:grpSp>
        <p:nvGrpSpPr>
          <p:cNvPr id="111" name=""/>
          <p:cNvGrpSpPr/>
          <p:nvPr/>
        </p:nvGrpSpPr>
        <p:grpSpPr>
          <a:xfrm>
            <a:off x="3295800" y="3610800"/>
            <a:ext cx="2602800" cy="590400"/>
            <a:chOff x="3295800" y="3610800"/>
            <a:chExt cx="2602800" cy="590400"/>
          </a:xfrm>
        </p:grpSpPr>
        <p:sp>
          <p:nvSpPr>
            <p:cNvPr id="112" name=""/>
            <p:cNvSpPr/>
            <p:nvPr/>
          </p:nvSpPr>
          <p:spPr>
            <a:xfrm>
              <a:off x="3299400" y="3841200"/>
              <a:ext cx="2599200" cy="360000"/>
            </a:xfrm>
            <a:prstGeom prst="roundRect">
              <a:avLst>
                <a:gd name="adj" fmla="val 22000"/>
              </a:avLst>
            </a:prstGeom>
            <a:solidFill>
              <a:srgbClr val="ffffff"/>
            </a:solidFill>
            <a:ln w="16200">
              <a:solidFill>
                <a:srgbClr val="005aab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0800" rIns="100800" tIns="72000" bIns="36000" anchor="t">
              <a:noAutofit/>
            </a:bodyPr>
            <a:p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Penjelasan luaran kedua.</a:t>
              </a:r>
              <a:endParaRPr b="0" lang="en-US" sz="1270" spc="-1" strike="noStrike">
                <a:solidFill>
                  <a:srgbClr val="212121"/>
                </a:solidFill>
                <a:latin typeface="Fira Sans Book"/>
              </a:endParaRPr>
            </a:p>
          </p:txBody>
        </p:sp>
        <p:sp>
          <p:nvSpPr>
            <p:cNvPr id="113" name=""/>
            <p:cNvSpPr/>
            <p:nvPr/>
          </p:nvSpPr>
          <p:spPr>
            <a:xfrm>
              <a:off x="3295800" y="3610800"/>
              <a:ext cx="2401200" cy="237600"/>
            </a:xfrm>
            <a:prstGeom prst="roundRect">
              <a:avLst>
                <a:gd name="adj" fmla="val 25759"/>
              </a:avLst>
            </a:prstGeom>
            <a:solidFill>
              <a:srgbClr val="005aa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61200" rIns="61200" tIns="0" bIns="0" anchor="ctr">
              <a:noAutofit/>
            </a:bodyPr>
            <a:p>
              <a:r>
                <a:rPr b="1" lang="en-US" sz="1270" spc="-1" strike="noStrike">
                  <a:solidFill>
                    <a:srgbClr val="ffffff"/>
                  </a:solidFill>
                  <a:latin typeface="Fira Sans"/>
                </a:rPr>
                <a:t>Luaran 2</a:t>
              </a:r>
              <a:endParaRPr b="1" lang="en-US" sz="1270" spc="-1" strike="noStrike">
                <a:solidFill>
                  <a:srgbClr val="ffffff"/>
                </a:solidFill>
                <a:latin typeface="Fira Sans"/>
              </a:endParaRPr>
            </a:p>
          </p:txBody>
        </p:sp>
      </p:grpSp>
      <p:grpSp>
        <p:nvGrpSpPr>
          <p:cNvPr id="114" name=""/>
          <p:cNvGrpSpPr/>
          <p:nvPr/>
        </p:nvGrpSpPr>
        <p:grpSpPr>
          <a:xfrm>
            <a:off x="6220800" y="3610800"/>
            <a:ext cx="2602800" cy="590400"/>
            <a:chOff x="6220800" y="3610800"/>
            <a:chExt cx="2602800" cy="590400"/>
          </a:xfrm>
        </p:grpSpPr>
        <p:sp>
          <p:nvSpPr>
            <p:cNvPr id="115" name=""/>
            <p:cNvSpPr/>
            <p:nvPr/>
          </p:nvSpPr>
          <p:spPr>
            <a:xfrm>
              <a:off x="6224400" y="3841200"/>
              <a:ext cx="2599200" cy="360000"/>
            </a:xfrm>
            <a:prstGeom prst="roundRect">
              <a:avLst>
                <a:gd name="adj" fmla="val 22000"/>
              </a:avLst>
            </a:prstGeom>
            <a:solidFill>
              <a:srgbClr val="ffffff"/>
            </a:solidFill>
            <a:ln w="16200">
              <a:solidFill>
                <a:srgbClr val="005aab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0800" rIns="100800" tIns="72000" bIns="36000" anchor="t">
              <a:noAutofit/>
            </a:bodyPr>
            <a:p>
              <a:r>
                <a:rPr b="0" lang="en-US" sz="1270" spc="-1" strike="noStrike">
                  <a:solidFill>
                    <a:srgbClr val="212121"/>
                  </a:solidFill>
                  <a:latin typeface="Fira Sans Book"/>
                </a:rPr>
                <a:t>Penjelasan luaran ketiga.</a:t>
              </a:r>
              <a:endParaRPr b="0" lang="en-US" sz="1270" spc="-1" strike="noStrike">
                <a:solidFill>
                  <a:srgbClr val="212121"/>
                </a:solidFill>
                <a:latin typeface="Fira Sans Book"/>
              </a:endParaRPr>
            </a:p>
          </p:txBody>
        </p:sp>
        <p:sp>
          <p:nvSpPr>
            <p:cNvPr id="116" name=""/>
            <p:cNvSpPr/>
            <p:nvPr/>
          </p:nvSpPr>
          <p:spPr>
            <a:xfrm>
              <a:off x="6220800" y="3610800"/>
              <a:ext cx="2401200" cy="237600"/>
            </a:xfrm>
            <a:prstGeom prst="roundRect">
              <a:avLst>
                <a:gd name="adj" fmla="val 25759"/>
              </a:avLst>
            </a:prstGeom>
            <a:solidFill>
              <a:srgbClr val="005aa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61200" rIns="61200" tIns="0" bIns="0" anchor="ctr">
              <a:noAutofit/>
            </a:bodyPr>
            <a:p>
              <a:r>
                <a:rPr b="1" lang="en-US" sz="1270" spc="-1" strike="noStrike">
                  <a:solidFill>
                    <a:srgbClr val="ffffff"/>
                  </a:solidFill>
                  <a:latin typeface="Fira Sans"/>
                </a:rPr>
                <a:t>Luaran 3</a:t>
              </a:r>
              <a:endParaRPr b="1" lang="en-US" sz="1270" spc="-1" strike="noStrike">
                <a:solidFill>
                  <a:srgbClr val="ffffff"/>
                </a:solidFill>
                <a:latin typeface="Fira Sans"/>
              </a:endParaRPr>
            </a:p>
          </p:txBody>
        </p:sp>
      </p:grp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Nama Anda · Judul Presentasi Anda · STEI ITB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81E043C-CB13-45E3-BF10-8C04FFEC4A92}" type="slidenum">
              <a:t>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198000" y="0"/>
            <a:ext cx="8064000" cy="55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1" lang="en-US" sz="1900" spc="-1" strike="noStrike">
                <a:solidFill>
                  <a:srgbClr val="ffffff"/>
                </a:solidFill>
                <a:latin typeface="Fira Sans"/>
              </a:rPr>
              <a:t>Tabel</a:t>
            </a:r>
            <a:endParaRPr b="1" lang="en-US" sz="1900" spc="-1" strike="noStrike">
              <a:solidFill>
                <a:srgbClr val="ffffff"/>
              </a:solidFill>
              <a:latin typeface="Fira Sans"/>
            </a:endParaRPr>
          </a:p>
        </p:txBody>
      </p:sp>
      <p:sp>
        <p:nvSpPr>
          <p:cNvPr id="118" name=""/>
          <p:cNvSpPr/>
          <p:nvPr/>
        </p:nvSpPr>
        <p:spPr>
          <a:xfrm>
            <a:off x="0" y="558000"/>
            <a:ext cx="9144000" cy="7920"/>
          </a:xfrm>
          <a:prstGeom prst="rect">
            <a:avLst/>
          </a:prstGeom>
          <a:solidFill>
            <a:srgbClr val="e8a31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119" name=""/>
          <p:cNvSpPr/>
          <p:nvPr/>
        </p:nvSpPr>
        <p:spPr>
          <a:xfrm>
            <a:off x="2138400" y="2260800"/>
            <a:ext cx="4867200" cy="0"/>
          </a:xfrm>
          <a:prstGeom prst="line">
            <a:avLst/>
          </a:prstGeom>
          <a:ln w="16200">
            <a:solidFill>
              <a:srgbClr val="21212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120" name=""/>
          <p:cNvSpPr/>
          <p:nvPr/>
        </p:nvSpPr>
        <p:spPr>
          <a:xfrm>
            <a:off x="2138400" y="2620800"/>
            <a:ext cx="4867200" cy="0"/>
          </a:xfrm>
          <a:prstGeom prst="line">
            <a:avLst/>
          </a:prstGeom>
          <a:ln w="10080">
            <a:solidFill>
              <a:srgbClr val="21212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121" name=""/>
          <p:cNvSpPr/>
          <p:nvPr/>
        </p:nvSpPr>
        <p:spPr>
          <a:xfrm>
            <a:off x="2138400" y="3492000"/>
            <a:ext cx="4867200" cy="0"/>
          </a:xfrm>
          <a:prstGeom prst="line">
            <a:avLst/>
          </a:prstGeom>
          <a:ln w="16200">
            <a:solidFill>
              <a:srgbClr val="21212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en-US" sz="158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2138400" y="2329200"/>
            <a:ext cx="1800000" cy="23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420" spc="-1" strike="noStrike">
                <a:solidFill>
                  <a:srgbClr val="212121"/>
                </a:solidFill>
                <a:latin typeface="Fira Sans"/>
              </a:rPr>
              <a:t>Tahap</a:t>
            </a:r>
            <a:endParaRPr b="0" lang="en-US" sz="142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2138400" y="2689200"/>
            <a:ext cx="1800000" cy="79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Pencarian basis data</a:t>
            </a:r>
            <a:endParaRPr b="0" lang="en-US" sz="1420" spc="-1" strike="noStrike">
              <a:solidFill>
                <a:srgbClr val="212121"/>
              </a:solidFill>
              <a:latin typeface="Fira Sans Book"/>
            </a:endParaRPr>
          </a:p>
          <a:p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Saring judul/abstrak</a:t>
            </a:r>
            <a:endParaRPr b="0" lang="en-US" sz="1420" spc="-1" strike="noStrike">
              <a:solidFill>
                <a:srgbClr val="212121"/>
              </a:solidFill>
              <a:latin typeface="Fira Sans Book"/>
            </a:endParaRPr>
          </a:p>
          <a:p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Baca teks lengkap</a:t>
            </a:r>
            <a:endParaRPr b="0" lang="en-US" sz="142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124" name=""/>
          <p:cNvSpPr txBox="1"/>
          <p:nvPr/>
        </p:nvSpPr>
        <p:spPr>
          <a:xfrm>
            <a:off x="3888000" y="2329200"/>
            <a:ext cx="720000" cy="23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r">
              <a:spcAft>
                <a:spcPts val="312"/>
              </a:spcAft>
            </a:pPr>
            <a:r>
              <a:rPr b="1" lang="en-US" sz="1420" spc="-1" strike="noStrike">
                <a:solidFill>
                  <a:srgbClr val="212121"/>
                </a:solidFill>
                <a:latin typeface="Fira Sans"/>
              </a:rPr>
              <a:t>Jumlah</a:t>
            </a:r>
            <a:endParaRPr b="0" lang="en-US" sz="142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3888000" y="2689200"/>
            <a:ext cx="720000" cy="79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r">
              <a:spcAft>
                <a:spcPts val="312"/>
              </a:spcAft>
            </a:pPr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1.250</a:t>
            </a:r>
            <a:endParaRPr b="0" lang="en-US" sz="1420" spc="-1" strike="noStrike">
              <a:solidFill>
                <a:srgbClr val="212121"/>
              </a:solidFill>
              <a:latin typeface="Fira Sans Book"/>
            </a:endParaRPr>
          </a:p>
          <a:p>
            <a:pPr algn="r">
              <a:spcAft>
                <a:spcPts val="312"/>
              </a:spcAft>
            </a:pPr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−</a:t>
            </a:r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980</a:t>
            </a:r>
            <a:endParaRPr b="0" lang="en-US" sz="1420" spc="-1" strike="noStrike">
              <a:solidFill>
                <a:srgbClr val="212121"/>
              </a:solidFill>
              <a:latin typeface="Fira Sans Book"/>
            </a:endParaRPr>
          </a:p>
          <a:p>
            <a:pPr algn="r">
              <a:spcAft>
                <a:spcPts val="312"/>
              </a:spcAft>
            </a:pPr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−</a:t>
            </a:r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166</a:t>
            </a:r>
            <a:endParaRPr b="0" lang="en-US" sz="142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4608000" y="2329200"/>
            <a:ext cx="684000" cy="23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r">
              <a:spcAft>
                <a:spcPts val="312"/>
              </a:spcAft>
            </a:pPr>
            <a:r>
              <a:rPr b="1" lang="en-US" sz="1420" spc="-1" strike="noStrike">
                <a:solidFill>
                  <a:srgbClr val="212121"/>
                </a:solidFill>
                <a:latin typeface="Fira Sans"/>
              </a:rPr>
              <a:t>Sisa</a:t>
            </a:r>
            <a:endParaRPr b="0" lang="en-US" sz="142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127" name=""/>
          <p:cNvSpPr txBox="1"/>
          <p:nvPr/>
        </p:nvSpPr>
        <p:spPr>
          <a:xfrm>
            <a:off x="4608000" y="2689200"/>
            <a:ext cx="684000" cy="79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r">
              <a:spcAft>
                <a:spcPts val="312"/>
              </a:spcAft>
            </a:pPr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1.250</a:t>
            </a:r>
            <a:endParaRPr b="0" lang="en-US" sz="1420" spc="-1" strike="noStrike">
              <a:solidFill>
                <a:srgbClr val="212121"/>
              </a:solidFill>
              <a:latin typeface="Fira Sans Book"/>
            </a:endParaRPr>
          </a:p>
          <a:p>
            <a:pPr algn="r">
              <a:spcAft>
                <a:spcPts val="312"/>
              </a:spcAft>
            </a:pPr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270</a:t>
            </a:r>
            <a:endParaRPr b="0" lang="en-US" sz="1420" spc="-1" strike="noStrike">
              <a:solidFill>
                <a:srgbClr val="212121"/>
              </a:solidFill>
              <a:latin typeface="Fira Sans Book"/>
            </a:endParaRPr>
          </a:p>
          <a:p>
            <a:pPr algn="r">
              <a:spcAft>
                <a:spcPts val="312"/>
              </a:spcAft>
            </a:pPr>
            <a:r>
              <a:rPr b="1" lang="en-US" sz="1420" spc="-1" strike="noStrike">
                <a:solidFill>
                  <a:srgbClr val="212121"/>
                </a:solidFill>
                <a:latin typeface="Fira Sans"/>
              </a:rPr>
              <a:t>104</a:t>
            </a:r>
            <a:endParaRPr b="0" lang="en-US" sz="142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5562000" y="2329200"/>
            <a:ext cx="1512000" cy="23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420" spc="-1" strike="noStrike">
                <a:solidFill>
                  <a:srgbClr val="212121"/>
                </a:solidFill>
                <a:latin typeface="Fira Sans"/>
              </a:rPr>
              <a:t>Catatan</a:t>
            </a:r>
            <a:endParaRPr b="0" lang="en-US" sz="142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5562000" y="2689200"/>
            <a:ext cx="1512000" cy="79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Scopus, IEEE, ACM</a:t>
            </a:r>
            <a:endParaRPr b="0" lang="en-US" sz="1420" spc="-1" strike="noStrike">
              <a:solidFill>
                <a:srgbClr val="212121"/>
              </a:solidFill>
              <a:latin typeface="Fira Sans Book"/>
            </a:endParaRPr>
          </a:p>
          <a:p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kriteria inklusi</a:t>
            </a:r>
            <a:endParaRPr b="0" lang="en-US" sz="1420" spc="-1" strike="noStrike">
              <a:solidFill>
                <a:srgbClr val="212121"/>
              </a:solidFill>
              <a:latin typeface="Fira Sans Book"/>
            </a:endParaRPr>
          </a:p>
          <a:p>
            <a:r>
              <a:rPr b="0" lang="en-US" sz="1420" spc="-1" strike="noStrike">
                <a:solidFill>
                  <a:srgbClr val="212121"/>
                </a:solidFill>
                <a:latin typeface="Fira Sans Book"/>
              </a:rPr>
              <a:t>penilaian kualitas</a:t>
            </a:r>
            <a:endParaRPr b="0" lang="en-US" sz="1420" spc="-1" strike="noStrike">
              <a:solidFill>
                <a:srgbClr val="212121"/>
              </a:solidFill>
              <a:latin typeface="Fira Sans Book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Nama Anda · Judul Presentasi Anda · STEI ITB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7CA4115-987B-4BE0-85C4-DCA924968A4B}" type="slidenum">
              <a:t>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bg>
      <p:bgPr>
        <a:solidFill>
          <a:srgbClr val="005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"/>
          <p:cNvSpPr txBox="1"/>
          <p:nvPr/>
        </p:nvSpPr>
        <p:spPr>
          <a:xfrm>
            <a:off x="0" y="2268000"/>
            <a:ext cx="9144000" cy="50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1" lang="en-US" sz="2280" spc="-1" strike="noStrike">
                <a:solidFill>
                  <a:srgbClr val="ffffff"/>
                </a:solidFill>
                <a:latin typeface="Fira Sans"/>
              </a:rPr>
              <a:t>Terima kasih</a:t>
            </a:r>
            <a:endParaRPr b="1" lang="en-US" sz="2280" spc="-1" strike="noStrike">
              <a:solidFill>
                <a:srgbClr val="ffffff"/>
              </a:solidFill>
              <a:latin typeface="Fira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>Contoh slide ITB</dc:title>
</cp:coreProperties>
</file>